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337" r:id="rId2"/>
    <p:sldId id="436" r:id="rId3"/>
    <p:sldId id="437" r:id="rId4"/>
    <p:sldId id="344" r:id="rId5"/>
    <p:sldId id="345" r:id="rId6"/>
    <p:sldId id="439" r:id="rId7"/>
    <p:sldId id="441" r:id="rId8"/>
    <p:sldId id="442" r:id="rId9"/>
    <p:sldId id="346" r:id="rId10"/>
    <p:sldId id="348" r:id="rId11"/>
    <p:sldId id="443" r:id="rId12"/>
    <p:sldId id="444" r:id="rId13"/>
    <p:sldId id="350" r:id="rId14"/>
    <p:sldId id="351" r:id="rId15"/>
    <p:sldId id="352" r:id="rId16"/>
    <p:sldId id="353" r:id="rId17"/>
    <p:sldId id="354" r:id="rId18"/>
    <p:sldId id="355" r:id="rId19"/>
    <p:sldId id="356" r:id="rId20"/>
    <p:sldId id="357" r:id="rId21"/>
    <p:sldId id="358" r:id="rId22"/>
    <p:sldId id="359" r:id="rId2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72C3E8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91" d="100"/>
          <a:sy n="91" d="100"/>
        </p:scale>
        <p:origin x="369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37:28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290 234 1496 0 0,'4'-10'8443'0'0,"-11"-9"-7596"0"0,-20-19 2010 0 0,25 36-2903 0 0,-1-1 0 0 0,1 1 0 0 0,0 0 0 0 0,-1 0 0 0 0,1 1 0 0 0,-1-1 0 0 0,1 0 0 0 0,-1 1 0 0 0,0 0 0 0 0,0-1 0 0 0,0 1 0 0 0,0 0 0 0 0,0 0 0 0 0,0 1 0 0 0,0-1 0 0 0,0 1 0 0 0,0-1 0 0 0,0 1 0 0 0,-3 0 0 0 0,-7 6 47 0 0,1-1 0 0 0,0 1 1 0 0,0 1-1 0 0,1 0 0 0 0,0 1 1 0 0,-14 12-1 0 0,0-1-277 0 0,18-15 514 0 0,0 0 0 0 0,1 1 1 0 0,0 0-1 0 0,-8 8 0 0 0,11-8-268 0 0,1-1 1 0 0,0 1-1 0 0,0-1 1 0 0,0 1-1 0 0,1-1 0 0 0,0 1 1 0 0,-1 7-1 0 0,-2 5-175 0 0,-4 27 508 0 0,2-10-88 0 0,2 5 348 0 0,2-13-157 0 0,1-11-238 0 0,0 1 0 0 0,1-1-1 0 0,1 0 1 0 0,4 27-1 0 0,19 58 578 0 0,-23-97-745 0 0,3 9 11 0 0,1 0-1 0 0,1 0 1 0 0,0 0-1 0 0,0-1 1 0 0,10 14-1 0 0,5 9 7 0 0,-15-27-18 0 0,-1 1 0 0 0,1-1-1 0 0,0 0 1 0 0,0-1 0 0 0,1 0-1 0 0,0 0 1 0 0,0 0 0 0 0,1-1-1 0 0,14 9 1 0 0,-10-9 116 0 0,1 0-1 0 0,0 0 1 0 0,0-1-1 0 0,0-1 1 0 0,0 0-1 0 0,0-1 0 0 0,0 0 1 0 0,1-1-1 0 0,-1-1 1 0 0,1 0-1 0 0,20-3 1 0 0,-28 1-124 0 0,-1 1 1 0 0,1-1-1 0 0,-1 0 1 0 0,1 0-1 0 0,-1 0 1 0 0,0-1-1 0 0,0 0 1 0 0,0 0 0 0 0,0 0-1 0 0,-1-1 1 0 0,1 1-1 0 0,4-6 1 0 0,1-1 115 0 0,-1-1 1 0 0,0 1-1 0 0,15-23 1 0 0,1-8-146 0 0,42-72-368 0 0,-59 97 358 0 0,-1 0-1 0 0,-1 0 0 0 0,0-1 0 0 0,-2 0 0 0 0,5-25 1 0 0,-4 9 59 0 0,0-11 63 0 0,21-82 1 0 0,-24 119-28 0 0,0 0 0 0 0,-1 0 1 0 0,-1 0-1 0 0,1 0 1 0 0,-1-1-1 0 0,0 1 0 0 0,-1 0 1 0 0,1 0-1 0 0,-2 0 1 0 0,1 0-1 0 0,-1 0 0 0 0,0 0 1 0 0,0 0-1 0 0,-1 0 0 0 0,0 0 1 0 0,0 1-1 0 0,0 0 1 0 0,-7-10-1 0 0,-1 1 82 0 0,-1 0-1 0 0,0 1 1 0 0,-1 1-1 0 0,0 0 1 0 0,-1 0 0 0 0,-16-10-1 0 0,23 17-204 0 0,-1 1 0 0 0,0 0 0 0 0,0 0 0 0 0,0 1 0 0 0,0 0 0 0 0,-1 1-1 0 0,1-1 1 0 0,-1 2 0 0 0,0-1 0 0 0,0 1 0 0 0,0 1 0 0 0,0-1 0 0 0,-1 2 0 0 0,1-1 0 0 0,0 1 0 0 0,0 1 0 0 0,-11 1-1 0 0,3 1-507 0 0,1 2 0 0 0,0 0 0 0 0,0 1 0 0 0,-29 14 0 0 0,12-1-2137 0 0,-33 25 1 0 0,45-28-936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37:33.7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14 101 4345 0 0,'-1'0'54'0'0,"1"1"0"0"0,0-1 0 0 0,-1 0-1 0 0,1 0 1 0 0,-1 0 0 0 0,1 1 0 0 0,-1-1 0 0 0,1 0 0 0 0,0 1 0 0 0,-1-1-1 0 0,1 0 1 0 0,0 1 0 0 0,-1-1 0 0 0,1 0 0 0 0,0 1 0 0 0,-1-1 0 0 0,1 1-1 0 0,0 0 1 0 0,4 4 987 0 0,19 1-384 0 0,-14-3-260 0 0,12 1-364 0 0,-20-4 29 0 0,0 0 1 0 0,0 0 0 0 0,0 0 0 0 0,0 0 0 0 0,0 0-1 0 0,0 0 1 0 0,0 0 0 0 0,0 0 0 0 0,-1 0-1 0 0,1-1 1 0 0,0 1 0 0 0,0 0 0 0 0,0-1 0 0 0,0 1-1 0 0,0 0 1 0 0,-1-1 0 0 0,2 0 0 0 0,0-1-109 0 0,-1 1 1 0 0,-1-1-1 0 0,1 0 1 0 0,0 1-1 0 0,0-1 1 0 0,-1 0-1 0 0,1 0 0 0 0,-1 1 1 0 0,1-1-1 0 0,-1 0 1 0 0,0 0-1 0 0,1 0 1 0 0,-1 1-1 0 0,0-1 1 0 0,0 0-1 0 0,-1-2 0 0 0,1 0 311 0 0,0 3-243 0 0,0 1 0 0 0,0 0-1 0 0,0-1 1 0 0,0 1 0 0 0,0-1-1 0 0,0 1 1 0 0,0-1 0 0 0,-1 1 0 0 0,1 0-1 0 0,0-1 1 0 0,0 1 0 0 0,0 0-1 0 0,-1-1 1 0 0,1 1 0 0 0,0 0-1 0 0,0-1 1 0 0,-1 1 0 0 0,1 0-1 0 0,0-1 1 0 0,-1 1 0 0 0,1 0-1 0 0,0-1 1 0 0,-1 1 0 0 0,1 0-1 0 0,0 0 1 0 0,-1 0 0 0 0,1 0-1 0 0,-1-1 1 0 0,1 1 0 0 0,-1 0-1 0 0,1 0 1 0 0,0 0 0 0 0,-1 0-1 0 0,1 0 1 0 0,-1 0 0 0 0,1 0-1 0 0,-1 0 1 0 0,1 0 0 0 0,0 0 0 0 0,-1 0-1 0 0,1 0 1 0 0,-1 0 0 0 0,1 0-1 0 0,0 1 1 0 0,-1-1 0 0 0,0 0-1 0 0,-1 1 112 0 0,0-1 0 0 0,0 1 0 0 0,0 0 0 0 0,-1 0 0 0 0,1 0 0 0 0,-4 3 0 0 0,1 0-240 0 0,0 1 0 0 0,0 1 0 0 0,0-1 0 0 0,0 1 0 0 0,1-1 0 0 0,0 2 0 0 0,-4 7 0 0 0,6-10 32 0 0,0 0-1 0 0,0 1 1 0 0,0 0 0 0 0,1-1-1 0 0,0 1 1 0 0,0 0 0 0 0,0 0-1 0 0,0 0 1 0 0,1-1-1 0 0,0 1 1 0 0,0 7 0 0 0,1-9 49 0 0,-1-1 0 0 0,0 0 1 0 0,1 1-1 0 0,0-1 0 0 0,-1 1 1 0 0,1-1-1 0 0,0 0 0 0 0,0 1 0 0 0,0-1 1 0 0,1 0-1 0 0,1 3 0 0 0,-2-4 45 0 0,0 0-1 0 0,0 0 0 0 0,0 0 1 0 0,0 0-1 0 0,1-1 1 0 0,-1 1-1 0 0,0 0 0 0 0,0-1 1 0 0,1 1-1 0 0,-1 0 0 0 0,0-1 1 0 0,1 0-1 0 0,-1 1 1 0 0,1-1-1 0 0,-1 0 0 0 0,1 1 1 0 0,-1-1-1 0 0,1 0 0 0 0,-1 0 1 0 0,3-1-1 0 0,6 0 127 0 0,0-1-1 0 0,0 0 1 0 0,-1 0-1 0 0,1-1 1 0 0,-1 0-1 0 0,0-1 1 0 0,0 0-1 0 0,12-7 1 0 0,-16 7-137 0 0,1 1-1 0 0,-1-1 1 0 0,-1 0-1 0 0,1 0 1 0 0,0 0 0 0 0,-1 0-1 0 0,0-1 1 0 0,0 0-1 0 0,0 0 1 0 0,-1 0 0 0 0,0 0-1 0 0,0-1 1 0 0,0 1-1 0 0,3-10 1 0 0,-5 11-35 0 0,0-1-1 0 0,-1 1 0 0 0,1-1 1 0 0,-1 1-1 0 0,0-1 1 0 0,-1 1-1 0 0,1-1 1 0 0,-1 1-1 0 0,1-1 0 0 0,-1 1 1 0 0,-1-1-1 0 0,1 1 1 0 0,-1 0-1 0 0,1 0 1 0 0,-1 0-1 0 0,-1 0 1 0 0,-1-4-1 0 0,2 5 5 0 0,1 1 0 0 0,-1 0 1 0 0,0 0-1 0 0,1-1 0 0 0,-1 1 0 0 0,0 0 0 0 0,0 0 0 0 0,0 1 1 0 0,-1-1-1 0 0,1 0 0 0 0,0 1 0 0 0,-1-1 0 0 0,1 1 1 0 0,-1 0-1 0 0,1 0 0 0 0,-1 0 0 0 0,1 0 0 0 0,-1 0 1 0 0,0 1-1 0 0,0-1 0 0 0,1 1 0 0 0,-1 0 0 0 0,0-1 1 0 0,0 1-1 0 0,0 1 0 0 0,1-1 0 0 0,-1 0 0 0 0,-3 1 1 0 0,4 0 72 0 0,0-1 1 0 0,1 1 0 0 0,-1 0 0 0 0,0-1 0 0 0,1 1 0 0 0,-1 0 0 0 0,1 0 0 0 0,-1 0 0 0 0,1 0 0 0 0,-1 0 0 0 0,1 1 0 0 0,0-1 0 0 0,-1 0 0 0 0,1 1 0 0 0,0-1 0 0 0,0 1 0 0 0,0-1 0 0 0,0 1 0 0 0,0-1-1 0 0,0 1 1 0 0,1 0 0 0 0,-1-1 0 0 0,0 1 0 0 0,1 0 0 0 0,0 0 0 0 0,-1 3 0 0 0,1-2-59 0 0,0 1-1 0 0,0 0 1 0 0,0 0 0 0 0,0-1-1 0 0,1 1 1 0 0,0 0-1 0 0,0-1 1 0 0,0 1 0 0 0,0-1-1 0 0,0 1 1 0 0,4 6-1 0 0,-2-6-17 0 0,-1 1-1 0 0,1-1 0 0 0,0 0 1 0 0,0 0-1 0 0,0 0 0 0 0,0 0 1 0 0,8 6-1 0 0,-10-10 63 0 0,-1 1 1 0 0,1-1-1 0 0,-1 0 1 0 0,1 0-1 0 0,-1 0 1 0 0,1 0-1 0 0,-1 1 0 0 0,1-1 1 0 0,-1 0-1 0 0,1 0 1 0 0,0 0-1 0 0,-1 0 1 0 0,1 0-1 0 0,-1 0 0 0 0,1-1 1 0 0,-1 1-1 0 0,1 0 1 0 0,-1 0-1 0 0,1 0 1 0 0,-1 0-1 0 0,1-1 0 0 0,-1 1 1 0 0,1 0-1 0 0,-1 0 1 0 0,1-1-1 0 0,-1 1 1 0 0,0-1-1 0 0,1 1 0 0 0,-1 0 1 0 0,1-1-1 0 0,-1 1 1 0 0,0-1-1 0 0,1 1 1 0 0,-1 0-1 0 0,0-1 0 0 0,0 1 1 0 0,1-1-1 0 0,-1 1 1 0 0,0-1-1 0 0,0 0 1 0 0,1-1 12 0 0,0 0 1 0 0,0-1 0 0 0,0 1 0 0 0,0 0 0 0 0,0-1 0 0 0,-1 1 0 0 0,1-4-1 0 0,-1 2-53 0 0,0 1-1 0 0,0-1 1 0 0,-1 1-1 0 0,1-1 0 0 0,-1 1 1 0 0,0-1-1 0 0,0 1 0 0 0,0 0 1 0 0,0-1-1 0 0,-1 1 0 0 0,1 0 1 0 0,-1 0-1 0 0,0 0 0 0 0,0 0 1 0 0,0 0-1 0 0,-3-2 1 0 0,2 2-88 0 0,0 0 0 0 0,-1 0 0 0 0,1 1 0 0 0,-1-1 1 0 0,0 1-1 0 0,0 0 0 0 0,1 0 0 0 0,-2 0 0 0 0,1 1 1 0 0,0 0-1 0 0,0 0 0 0 0,-7-2 0 0 0,10 3 116 0 0,0 0 0 0 0,0 0 0 0 0,0 0 0 0 0,0 0 0 0 0,0 0 0 0 0,0 0 0 0 0,0 1 0 0 0,1-1 0 0 0,-1 0 0 0 0,0 0 0 0 0,0 1 0 0 0,0-1 0 0 0,0 1 0 0 0,0-1 0 0 0,1 0 0 0 0,-1 1 0 0 0,0-1 0 0 0,0 1 0 0 0,1 0 0 0 0,-1-1 0 0 0,0 1 0 0 0,1 0 0 0 0,-1-1 0 0 0,1 1 0 0 0,-1 0 0 0 0,1 0 0 0 0,-1-1 0 0 0,1 1 0 0 0,-1 0 0 0 0,1 0 0 0 0,0 0 0 0 0,-1 0 0 0 0,1 0 0 0 0,0 0 0 0 0,0 0 0 0 0,0 1 0 0 0,-1 6-62 0 0,0 0 1 0 0,0-1 0 0 0,1 13 0 0 0,1-12 106 0 0,-2-6-38 0 0,1 1-1 0 0,0-1 1 0 0,1 0-1 0 0,-1 0 1 0 0,0 0-1 0 0,0 1 1 0 0,1-1-1 0 0,-1 0 1 0 0,1 0-1 0 0,0 0 1 0 0,0 0-1 0 0,0 0 1 0 0,0 0-1 0 0,0 0 1 0 0,0 0-1 0 0,0-1 1 0 0,1 1-1 0 0,-1 0 1 0 0,1 0-1 0 0,-1-1 1 0 0,1 1-1 0 0,-1-1 0 0 0,1 0 1 0 0,0 1-1 0 0,0-1 1 0 0,0 0-1 0 0,0 0 1 0 0,0 0-1 0 0,0 0 1 0 0,0-1-1 0 0,0 1 1 0 0,0 0-1 0 0,0-1 1 0 0,0 0-1 0 0,0 1 1 0 0,3-1-1 0 0,2 0 5 0 0,-1 0 0 0 0,1 0-1 0 0,-1-1 1 0 0,0 0 0 0 0,1 0-1 0 0,-1-1 1 0 0,0 1 0 0 0,0-1 0 0 0,0-1-1 0 0,0 1 1 0 0,8-5 0 0 0,-11 4-55 0 0,1 1 1 0 0,-1 0 0 0 0,0-1-1 0 0,0 1 1 0 0,5-7 0 0 0,-7 9 15 0 0,0-1 1 0 0,0 0-1 0 0,-1 0 1 0 0,1 0-1 0 0,-1 0 0 0 0,1 0 1 0 0,-1 0-1 0 0,1 0 1 0 0,-1 0-1 0 0,1 0 1 0 0,-1 0-1 0 0,0 0 1 0 0,0-1-1 0 0,0 1 1 0 0,1 0-1 0 0,-1 0 1 0 0,0 0-1 0 0,0 0 0 0 0,-1 0 1 0 0,1 0-1 0 0,0 0 1 0 0,0-1-1 0 0,0 1 1 0 0,-1 0-1 0 0,0-2 1 0 0,-2-3 41 0 0,0 1 0 0 0,0-1 0 0 0,-1 0 0 0 0,0 1 0 0 0,0 0 0 0 0,0 0 0 0 0,-1 0 0 0 0,1 0 0 0 0,-8-5 0 0 0,10 8-44 0 0,-1 1 0 0 0,1-1 0 0 0,-1 1 0 0 0,1-1 0 0 0,-1 1 0 0 0,0 0 1 0 0,0 0-1 0 0,1 0 0 0 0,-1 0 0 0 0,0 0 0 0 0,0 1 0 0 0,0-1 0 0 0,0 1 0 0 0,-4 0 1 0 0,5 0 19 0 0,0 0 1 0 0,1 0 0 0 0,-1 1-1 0 0,1-1 1 0 0,-1 1 0 0 0,0-1 0 0 0,1 1-1 0 0,-1 0 1 0 0,1-1 0 0 0,-1 1 0 0 0,1 0-1 0 0,-1 0 1 0 0,1 0 0 0 0,0 0-1 0 0,0 0 1 0 0,-1 0 0 0 0,1 1 0 0 0,0-1-1 0 0,0 0 1 0 0,0 1 0 0 0,0-1 0 0 0,0 1-1 0 0,1-1 1 0 0,-1 1 0 0 0,-1 2-1 0 0,0 1 9 0 0,1 1-1 0 0,-1 0 0 0 0,1 0 0 0 0,0 0 0 0 0,0-1 0 0 0,1 1 0 0 0,0 0 0 0 0,1 9 0 0 0,-1-13-17 0 0,0-1-1 0 0,0 1 1 0 0,0 0-1 0 0,0-1 1 0 0,1 1-1 0 0,-1-1 1 0 0,1 1-1 0 0,-1 0 1 0 0,1-1 0 0 0,0 1-1 0 0,0-1 1 0 0,-1 0-1 0 0,1 1 1 0 0,0-1-1 0 0,0 0 1 0 0,0 1-1 0 0,1-1 1 0 0,-1 0-1 0 0,0 0 1 0 0,0 0-1 0 0,1 0 1 0 0,-1 0-1 0 0,0 0 1 0 0,1-1 0 0 0,-1 1-1 0 0,1 0 1 0 0,-1-1-1 0 0,1 1 1 0 0,-1-1-1 0 0,1 1 1 0 0,0-1-1 0 0,-1 0 1 0 0,1 0-1 0 0,2 1 1 0 0,-2-2-49 0 0,1 0 0 0 0,-1 1 1 0 0,0-1-1 0 0,1 0 0 0 0,-1 0 1 0 0,0 0-1 0 0,0-1 0 0 0,0 1 1 0 0,0 0-1 0 0,0-1 0 0 0,0 1 1 0 0,0-1-1 0 0,-1 0 0 0 0,1 0 0 0 0,0 0 1 0 0,1-3-1 0 0,3-2-146 0 0,-1 0 1 0 0,-1-1-1 0 0,6-10 0 0 0,-9 15 188 0 0,0 0-1 0 0,0 0 1 0 0,0 0-1 0 0,0 0 1 0 0,-1 0-1 0 0,1 0 1 0 0,-1 0-1 0 0,0 0 1 0 0,0 0-1 0 0,0 0 1 0 0,0 0-1 0 0,-2-5 1 0 0,2 6 11 0 0,0 0 1 0 0,-1 1 0 0 0,1-1-1 0 0,-1 1 1 0 0,0-1-1 0 0,0 1 1 0 0,1-1 0 0 0,-1 1-1 0 0,0 0 1 0 0,0-1-1 0 0,0 1 1 0 0,-1 0 0 0 0,1 0-1 0 0,0 0 1 0 0,0 0-1 0 0,-1 0 1 0 0,1 0 0 0 0,0 0-1 0 0,-1 0 1 0 0,1 0-1 0 0,-1 1 1 0 0,1-1 0 0 0,-1 1-1 0 0,0-1 1 0 0,1 1-1 0 0,-3-1 1 0 0,3 1 36 0 0,-1 0-1 0 0,0 0 1 0 0,1 0 0 0 0,-1 0 0 0 0,0 1-1 0 0,1-1 1 0 0,-1 0 0 0 0,0 1 0 0 0,1-1-1 0 0,-1 1 1 0 0,1 0 0 0 0,-1-1-1 0 0,1 1 1 0 0,-1 0 0 0 0,1 0 0 0 0,0 0-1 0 0,-1 0 1 0 0,1 0 0 0 0,0 0 0 0 0,0 0-1 0 0,0 1 1 0 0,-1-1 0 0 0,1 0 0 0 0,1 1-1 0 0,-3 2 1 0 0,-2 5 56 0 0,1 0 0 0 0,-1 0 1 0 0,-2 13-1 0 0,2-10 327 0 0,-21 52 699 0 0,26-64-1137 0 0,0 1 1 0 0,0-1-1 0 0,0 0 0 0 0,0 0 0 0 0,0 0 0 0 0,0 0 0 0 0,0 1 0 0 0,1-1 1 0 0,-1 0-1 0 0,0 0 0 0 0,0 0 0 0 0,0 0 0 0 0,0 0 0 0 0,0 1 0 0 0,0-1 1 0 0,0 0-1 0 0,1 0 0 0 0,-1 0 0 0 0,0 0 0 0 0,0 0 0 0 0,0 0 0 0 0,0 0 1 0 0,0 0-1 0 0,1 1 0 0 0,-1-1 0 0 0,0 0 0 0 0,0 0 0 0 0,0 0 0 0 0,0 0 0 0 0,0 0 1 0 0,1 0-1 0 0,-1 0 0 0 0,0 0 0 0 0,0 0 0 0 0,0 0 0 0 0,0 0 0 0 0,1 0 1 0 0,-1 0-1 0 0,0 0 0 0 0,0 0 0 0 0,0 0 0 0 0,0 0 0 0 0,1-1 0 0 0,-1 1 1 0 0,0 0-1 0 0,0 0 0 0 0,0 0 0 0 0,0 0 0 0 0,1 0 0 0 0,9-3-308 0 0,-2-1 49 0 0,-1-1 0 0 0,1 0-1 0 0,-1 0 1 0 0,0 0 0 0 0,0-1-1 0 0,-1 0 1 0 0,0-1 0 0 0,0 0-1 0 0,0 0 1 0 0,8-14 0 0 0,-13 20 320 0 0,0-1-1 0 0,-1 1 1 0 0,1 0 0 0 0,-1 0 0 0 0,1-1-1 0 0,-1 1 1 0 0,0 0 0 0 0,1-1 0 0 0,-1 1 0 0 0,0-1-1 0 0,0 1 1 0 0,0 0 0 0 0,0-1 0 0 0,0 1-1 0 0,0 0 1 0 0,0-1 0 0 0,-1 1 0 0 0,1-1-1 0 0,0 1 1 0 0,-1 0 0 0 0,1 0 0 0 0,-1-1 0 0 0,1 1-1 0 0,-1 0 1 0 0,0 0 0 0 0,0-1 0 0 0,1 1-1 0 0,-1 0 1 0 0,0 0 0 0 0,0 0 0 0 0,0 0 0 0 0,0 0-1 0 0,-2 0 1 0 0,2-1-6 0 0,-1 1 0 0 0,1 0 0 0 0,-1 0 0 0 0,0 0 0 0 0,0 1 0 0 0,1-1 0 0 0,-1 0 0 0 0,0 1 0 0 0,0-1 0 0 0,0 1 0 0 0,0-1 0 0 0,0 1 0 0 0,0 0 0 0 0,0 0 0 0 0,0 0 0 0 0,0 0 0 0 0,1 0 0 0 0,-1 1 0 0 0,0-1 0 0 0,0 0 0 0 0,0 1 0 0 0,-4 1 0 0 0,-1 2-8 0 0,-1 1 0 0 0,1 0 1 0 0,0 0-1 0 0,0 0 0 0 0,1 1 1 0 0,-10 10-1 0 0,12-12-3 0 0,1 1-1 0 0,-1-1 1 0 0,1 1 0 0 0,0 0 0 0 0,0 0 0 0 0,0 0-1 0 0,1 0 1 0 0,0 0 0 0 0,0 1 0 0 0,0-1-1 0 0,0 7 1 0 0,1-9-33 0 0,1 0 1 0 0,0 1-1 0 0,0-1 0 0 0,0 0 0 0 0,1 0 1 0 0,-1 0-1 0 0,2 6 0 0 0,-2-8-36 0 0,1 0 0 0 0,-1 0-1 0 0,0 0 1 0 0,1-1 0 0 0,-1 1-1 0 0,1 0 1 0 0,-1 0 0 0 0,1 0-1 0 0,-1 0 1 0 0,1-1 0 0 0,-1 1-1 0 0,1 0 1 0 0,0 0 0 0 0,-1-1-1 0 0,1 1 1 0 0,0-1 0 0 0,0 1-1 0 0,0-1 1 0 0,0 1 0 0 0,-1-1-1 0 0,1 1 1 0 0,0-1 0 0 0,0 0-1 0 0,0 1 1 0 0,0-1 0 0 0,0 0-1 0 0,0 0 1 0 0,1 1 0 0 0,-1-1 39 0 0,0 0 1 0 0,-1 0 0 0 0,1 0-1 0 0,0 0 1 0 0,0 0 0 0 0,-1-1-1 0 0,1 1 1 0 0,0 0 0 0 0,-1 0-1 0 0,1 0 1 0 0,0-1 0 0 0,-1 1-1 0 0,1 0 1 0 0,-1 0 0 0 0,1-1-1 0 0,0 1 1 0 0,-1-1 0 0 0,1 1 0 0 0,-1-1-1 0 0,1 1 1 0 0,-1-1 0 0 0,1 1-1 0 0,-1-1 1 0 0,1 1 0 0 0,-1-1-1 0 0,0 1 1 0 0,1-1 0 0 0,-1 0-1 0 0,0 1 1 0 0,1-1 0 0 0,-1 0-1 0 0,0 1 1 0 0,0-1 0 0 0,0 0-1 0 0,0-1 1 0 0,1-2 79 0 0,-1 0 0 0 0,-1 0 0 0 0,1 0 0 0 0,-1-1 0 0 0,0-3 0 0 0,-2-8 66 0 0,3 7-387 0 0,-1 1 0 0 0,1 0 0 0 0,-5-15 0 0 0,4 25 190 0 0,-2 8 652 0 0,-4 38-571 0 0,6-41-35 0 0,0-1-1 0 0,1 1 1 0 0,0-1-1 0 0,0 1 1 0 0,1 0 0 0 0,2 9-1 0 0,-3-15 1 0 0,0-1 0 0 0,0 0 0 0 0,0 0 0 0 0,0 1 0 0 0,0-1 0 0 0,1 0 0 0 0,-1 0 0 0 0,0 0 0 0 0,0 0 0 0 0,0 1 0 0 0,0-1 0 0 0,0 0 0 0 0,1 0 0 0 0,-1 0 0 0 0,0 0 0 0 0,0 1 0 0 0,0-1 0 0 0,0 0 0 0 0,1 0 0 0 0,-1 0 0 0 0,0 0 0 0 0,0 0 0 0 0,0 0 0 0 0,1 0 0 0 0,-1 0 0 0 0,0 0 0 0 0,0 0 0 0 0,1 0 0 0 0,-1 0 0 0 0,0 0 0 0 0,0 0 0 0 0,0 0 0 0 0,1 0 0 0 0,-1 0 0 0 0,0 0 0 0 0,10-5 56 0 0,4-9 10 0 0,-7 6-291 0 0,-2 0 1 0 0,0 0 0 0 0,9-17 0 0 0,-13 20 190 0 0,1 0-1 0 0,-1 1 1 0 0,1-1-1 0 0,-1 0 1 0 0,-1 0-1 0 0,1 0 0 0 0,-1 0 1 0 0,0 0-1 0 0,0-8 1 0 0,0 12 9 0 0,-4-23 240 0 0,3 22-186 0 0,1 1 0 0 0,0 0 0 0 0,-1 0-1 0 0,1-1 1 0 0,-1 1 0 0 0,1 0 0 0 0,-1 0 0 0 0,0 0-1 0 0,1-1 1 0 0,-1 1 0 0 0,0 0 0 0 0,0 0 0 0 0,0 0 0 0 0,0 0-1 0 0,0 1 1 0 0,-1-2 0 0 0,1 2-31 0 0,0-1 1 0 0,0 1-1 0 0,0 0 0 0 0,0 1 1 0 0,-1-1-1 0 0,1 0 0 0 0,0 0 0 0 0,0 0 1 0 0,0 1-1 0 0,0-1 0 0 0,0 0 1 0 0,0 1-1 0 0,0-1 0 0 0,0 1 1 0 0,0-1-1 0 0,0 1 0 0 0,0-1 1 0 0,1 1-1 0 0,-1 0 0 0 0,0 0 0 0 0,0-1 1 0 0,0 2-1 0 0,-2 1 62 0 0,0-1 1 0 0,0 1-1 0 0,1 0 0 0 0,0 0 0 0 0,-3 5 1 0 0,3-6 38 0 0,0 3 9 0 0,0 0 0 0 0,0-1-1 0 0,0 1 1 0 0,0 0 0 0 0,-1 7-1 0 0,3-11-145 0 0,0 1 1 0 0,0-1-1 0 0,0 0 0 0 0,0 0 0 0 0,0 0 0 0 0,0 0 0 0 0,0 0 0 0 0,0 0 0 0 0,0 1 0 0 0,1-1 1 0 0,-1 0-1 0 0,0 0 0 0 0,1 0 0 0 0,-1 0 0 0 0,1 0 0 0 0,-1 0 0 0 0,1 0 0 0 0,0 0 0 0 0,-1 0 1 0 0,1-1-1 0 0,0 1 0 0 0,-1 0 0 0 0,1 0 0 0 0,0 0 0 0 0,0-1 0 0 0,0 1 0 0 0,0 0 1 0 0,0-1-1 0 0,0 1 0 0 0,0-1 0 0 0,2 1 0 0 0,-1 0 26 0 0,-1-1-1 0 0,1 1 1 0 0,0-1-1 0 0,0 0 1 0 0,0 0-1 0 0,0 0 1 0 0,0 0-1 0 0,-1 0 1 0 0,1 0-1 0 0,3-1 1 0 0,8-5-1424 0 0,-8-1-3063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10.8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11 115 2737 0 0,'-3'39'264'0'0,"3"-39"-259"0"0,0 0 1 0 0,0 0-1 0 0,0 0 0 0 0,0 0 1 0 0,0 0-1 0 0,0 0 1 0 0,0-1-1 0 0,0 1 1 0 0,0 0-1 0 0,0 0 0 0 0,0 0 1 0 0,-1 0-1 0 0,1 0 1 0 0,0 0-1 0 0,0 0 1 0 0,0 0-1 0 0,0 0 0 0 0,0 0 1 0 0,0 0-1 0 0,0 0 1 0 0,0 0-1 0 0,0 0 1 0 0,0 0-1 0 0,0 0 1 0 0,0 0-1 0 0,-1 0 0 0 0,1 0 1 0 0,0 0-1 0 0,0 0 1 0 0,0 0-1 0 0,0 0 1 0 0,0 0-1 0 0,0 0 0 0 0,0 0 1 0 0,0 0-1 0 0,0 0 1 0 0,0 0-1 0 0,0 0 1 0 0,0 0-1 0 0,-1 1 1 0 0,1-1-1 0 0,0 0 0 0 0,0 0 1 0 0,0 0-1 0 0,0 0 1 0 0,0 0-1 0 0,0 0 1 0 0,0 0-1 0 0,0 0 0 0 0,0 0 1 0 0,0 0-1 0 0,0 0 1 0 0,0 0-1 0 0,0 0 1 0 0,0 0-1 0 0,0 1 1 0 0,0-1-1 0 0,0 0 0 0 0,0 0 1 0 0,0 0-1 0 0,0 0 1 0 0,0 0-1 0 0,0 0 1 0 0,-2-1 328 0 0,2 7-92 0 0,0 9 276 0 0,-1-11-103 0 0,1-10-224 0 0,0-6-63 0 0,-1 8 1026 0 0,1-8-792 0 0,0 14-277 0 0,1 17-86 0 0,-1-14 123 0 0,1-9 223 0 0,4-8 607 0 0,-2 13-472 0 0,0 9-93 0 0,-3-10-326 0 0,2 3-165 0 0,0-7 911 0 0,2-30-114 0 0,-4 41-547 0 0,1-25 136 0 0,0 4-184 0 0,0 11-47 0 0,-1 5 9 0 0,0-5-220 0 0,-1 4 80 0 0,-3 6 629 0 0,4-6-362 0 0,-1-1 891 0 0,1 6-806 0 0,6 55 264 0 0,-6-61-424 0 0,4 7 425 0 0,-4-7-529 0 0,1 0 0 0 0,-1 0 0 0 0,0 0 1 0 0,0 0-1 0 0,0 0 0 0 0,0 0 0 0 0,0 0 1 0 0,0 0-1 0 0,0 0 0 0 0,0 0 0 0 0,0 0 1 0 0,0 0-1 0 0,1 0 0 0 0,-1 1 0 0 0,0-1 1 0 0,0 0-1 0 0,0 0 0 0 0,0 0 0 0 0,0 0 1 0 0,0 0-1 0 0,0 0 0 0 0,1 0 0 0 0,-1 0 0 0 0,0 0 1 0 0,0 0-1 0 0,0 0 0 0 0,0 0 0 0 0,0 0 1 0 0,0 0-1 0 0,0 0 0 0 0,1-1 0 0 0,-1 1 1 0 0,0 0-1 0 0,0 0 0 0 0,0 0 0 0 0,0 0 1 0 0,0 0-1 0 0,0 0 0 0 0,0 0 0 0 0,0 0 1 0 0,0 0-1 0 0,0 0 0 0 0,1 0 0 0 0,-1 0 1 0 0,0 0-1 0 0,0-1 0 0 0,0 1 0 0 0,0 0 1 0 0,0 0-1 0 0,0 0 0 0 0,0 0 0 0 0,0 0 1 0 0,0 0-1 0 0,0 0 0 0 0,0 0 0 0 0,0-1 1 0 0,0 1-1 0 0,0 0 0 0 0,0 0 0 0 0,0 0 1 0 0,0 0-1 0 0,0 0 0 0 0,2-8 119 0 0,-1-1 1 0 0,1-13-1 0 0,-2 16-139 0 0,1 0-1 0 0,0-1 1 0 0,0 1 0 0 0,3-11-1 0 0,-3 15-72 0 0,0-1-1 0 0,0 1 0 0 0,-1 0 1 0 0,1-1-1 0 0,-1 1 0 0 0,0-1 1 0 0,1 1-1 0 0,-1 0 1 0 0,-1-6-1 0 0,1 7 54 0 0,0 0-1 0 0,0 0 1 0 0,-1 0 0 0 0,1 1-1 0 0,0-1 1 0 0,-1 0 0 0 0,1 0-1 0 0,0 0 1 0 0,-1 0 0 0 0,1 0-1 0 0,-1 0 1 0 0,0 0 0 0 0,1 1-1 0 0,-1-1 1 0 0,0 0 0 0 0,1 0-1 0 0,-1 1 1 0 0,0-1 0 0 0,0 1-1 0 0,0-1 1 0 0,0 0 0 0 0,0 1 0 0 0,1 0-1 0 0,-3-1 1 0 0,3 0 26 0 0,0 1 1 0 0,-1 0-1 0 0,1 0 0 0 0,0 0 1 0 0,-1 0-1 0 0,1 0 1 0 0,0 0-1 0 0,-1-1 0 0 0,1 1 1 0 0,0 0-1 0 0,-1 0 1 0 0,1 0-1 0 0,0 0 0 0 0,-1 0 1 0 0,1 0-1 0 0,-1 0 1 0 0,1 0-1 0 0,0 1 0 0 0,-1-1 1 0 0,1 0-1 0 0,0 0 1 0 0,-1 0-1 0 0,1 0 0 0 0,0 0 1 0 0,-1 1-1 0 0,1-1 1 0 0,-3 10-233 0 0,3-7 209 0 0,-3 18-469 0 0,2-9 683 0 0,-1-1 0 0 0,1 1 0 0 0,1 0 0 0 0,2 22 0 0 0,0-29-8 0 0,-1-5-14 0 0,1-9 148 0 0,0 4-23 0 0,-2 7-242 0 0,0-1-42 0 0,1 0 1 0 0,-1 0 0 0 0,0 0 0 0 0,0-1-1 0 0,0 1 1 0 0,1 0 0 0 0,-1 0 0 0 0,0-1-1 0 0,1 1 1 0 0,-1 0 0 0 0,1-1-1 0 0,-1 1 1 0 0,1-1 0 0 0,-1 1 0 0 0,2 1-1 0 0,-2-2 31 0 0,1 1 0 0 0,-1-1-1 0 0,1 0 1 0 0,-1 1-1 0 0,1-1 1 0 0,0 0 0 0 0,-1 0-1 0 0,1 1 1 0 0,0-1-1 0 0,-1 0 1 0 0,1 0 0 0 0,0 0-1 0 0,-1 0 1 0 0,1 0-1 0 0,0 0 1 0 0,-1 0-1 0 0,1 0 1 0 0,0 0 0 0 0,-1 0-1 0 0,1 0 1 0 0,0 0-1 0 0,-1 0 1 0 0,2-1 0 0 0,-1 0-22 0 0,0 1 1 0 0,0-1 0 0 0,0 0 0 0 0,-1 0 0 0 0,1 1-1 0 0,0-1 1 0 0,0 0 0 0 0,-1 0 0 0 0,1 0-1 0 0,0 0 1 0 0,-1 0 0 0 0,1 0 0 0 0,0-1 0 0 0,1-6-89 0 0,1-1 1 0 0,-1 1-1 0 0,1-12 1 0 0,0 8 119 0 0,-2 7-78 0 0,0 2-39 0 0,-1 0 0 0 0,1 1 0 0 0,-1-1 0 0 0,1 0 1 0 0,-1 0-1 0 0,0 0 0 0 0,0 0 0 0 0,0 0 0 0 0,0 0 0 0 0,-1 0 0 0 0,1 1 0 0 0,-2-5 0 0 0,2 6 73 0 0,0 1 0 0 0,0 0 0 0 0,0 0 0 0 0,0 0 1 0 0,0 0-1 0 0,0 0 0 0 0,0-1 0 0 0,0 1 0 0 0,-1 0 0 0 0,1 0 0 0 0,0 0 0 0 0,0 0 0 0 0,0 0 0 0 0,0-1 1 0 0,0 1-1 0 0,0 0 0 0 0,0 0 0 0 0,-1 0 0 0 0,1 0 0 0 0,0 0 0 0 0,0 0 0 0 0,0 0 0 0 0,0 0 0 0 0,-1 0 1 0 0,1 0-1 0 0,0 0 0 0 0,0 0 0 0 0,0 0 0 0 0,0 0 0 0 0,0 0 0 0 0,-1 0 0 0 0,1 0 0 0 0,0 0 0 0 0,0 0 1 0 0,0 0-1 0 0,0 0 0 0 0,-1 0 0 0 0,1 0 0 0 0,0 0 0 0 0,0 0 0 0 0,0 0 0 0 0,0 0 0 0 0,0 0 0 0 0,-1 0 0 0 0,1 0 1 0 0,0 0-1 0 0,0 1 0 0 0,0-1 0 0 0,-1 0 1 0 0,1 0 0 0 0,0 0 1 0 0,0 1-1 0 0,-1-1 0 0 0,1 0 0 0 0,0 0 1 0 0,-1 0-1 0 0,1 0 0 0 0,0 0 0 0 0,-1 0 1 0 0,1 0-1 0 0,0 0 0 0 0,-1 0 0 0 0,1 0 1 0 0,0 0-1 0 0,-1 0 0 0 0,1 0 0 0 0,0 0 1 0 0,-1 0-1 0 0,1 0 0 0 0,0 0 0 0 0,-1 0 1 0 0,1 0-1 0 0,0 0 0 0 0,-1-1 0 0 0,1 1 0 0 0,0 0 1 0 0,0 0-1 0 0,-1 0 0 0 0,1-1 0 0 0,0 1 1 0 0,0 0-1 0 0,-1 0 0 0 0,1-1 0 0 0,0 1 1 0 0,0 0-1 0 0,0 0 0 0 0,-1-1 0 0 0,-6-7 64 0 0,2 14 15 0 0,1 1-65 0 0,1-3-127 0 0,2-3 91 0 0,1-1 1 0 0,0 0 0 0 0,-1 1-1 0 0,1-1 1 0 0,0 1 0 0 0,-1-1-1 0 0,1 0 1 0 0,0 1-1 0 0,0-1 1 0 0,0 1 0 0 0,-1-1-1 0 0,1 1 1 0 0,0-1 0 0 0,0 1-1 0 0,0-1 1 0 0,0 1 0 0 0,0-1-1 0 0,0 1 1 0 0,0-1-1 0 0,0 1 1 0 0,0-1 0 0 0,0 1-1 0 0,0 0 1 0 0,1 3-67 0 0,-1-2 102 0 0,0 0 1 0 0,0 0-1 0 0,0 0 1 0 0,1 1-1 0 0,-1-1 1 0 0,1 0-1 0 0,-1 0 1 0 0,1 0-1 0 0,1 2 1 0 0,1-5 205 0 0,-1 0-104 0 0,1 7-1 0 0,-1 11 62 0 0,3 12 88 0 0,-5-29-263 0 0,0 0 1 0 0,0 0-1 0 0,0 0 1 0 0,0 0 0 0 0,1 0-1 0 0,-1 0 1 0 0,0 0 0 0 0,0 1-1 0 0,0-1 1 0 0,0 0-1 0 0,0 0 1 0 0,0 0 0 0 0,0 0-1 0 0,0 0 1 0 0,0 0 0 0 0,0 0-1 0 0,0 0 1 0 0,0 0 0 0 0,0 0-1 0 0,0 0 1 0 0,0 0-1 0 0,1 0 1 0 0,-1 0 0 0 0,0 1-1 0 0,0-1 1 0 0,0 0 0 0 0,0 0-1 0 0,0 0 1 0 0,0 0-1 0 0,0 0 1 0 0,0 0 0 0 0,0 0-1 0 0,1 0 1 0 0,-1 0 0 0 0,0 0-1 0 0,0 0 1 0 0,0 0-1 0 0,0 0 1 0 0,0 0 0 0 0,0 0-1 0 0,0 0 1 0 0,0 0 0 0 0,0 0-1 0 0,1 0 1 0 0,-1-1 0 0 0,4-3 138 0 0,-1-4 135 0 0,0 23-24 0 0,3-26 244 0 0,-5 8-507 0 0,1 1 0 0 0,0-1 0 0 0,-1 0 0 0 0,0 1 0 0 0,1-1 1 0 0,0-5-1 0 0,-1 1-74 0 0,-1 0 0 0 0,0-1 1 0 0,0 1-1 0 0,-1 0 0 0 0,0 0 1 0 0,0 0-1 0 0,-3-10 0 0 0,3 16 79 0 0,1 1 0 0 0,0-1 0 0 0,-1 1 0 0 0,1-1 0 0 0,0 1 0 0 0,-1-1 0 0 0,1 1 0 0 0,-1 0 0 0 0,1-1 0 0 0,-1 1 0 0 0,1-1 0 0 0,-1 1 0 0 0,0 0-1 0 0,1-1 1 0 0,-1 1 0 0 0,1 0 0 0 0,-1 0 0 0 0,1 0 0 0 0,-1-1 0 0 0,0 1 0 0 0,1 0 0 0 0,-2 0 0 0 0,-8-3 19 0 0,-4-3 108 0 0,13 6-117 0 0,0 0-1 0 0,1 0 1 0 0,-1 0 0 0 0,0 1 0 0 0,1-1-1 0 0,-1 0 1 0 0,0 0 0 0 0,1 1 0 0 0,-1-1-1 0 0,0 1 1 0 0,1-1 0 0 0,-1 0 0 0 0,0 1-1 0 0,1-1 1 0 0,-1 1 0 0 0,1-1 0 0 0,-1 2-1 0 0,1-2-5 0 0,0 0-1 0 0,0 0 0 0 0,-1 0 0 0 0,1 0 0 0 0,0 0 1 0 0,0 1-1 0 0,0-1 0 0 0,0 0 0 0 0,0 0 0 0 0,0 0 1 0 0,-1 0-1 0 0,1 0 0 0 0,0 0 0 0 0,0 0 0 0 0,0 0 1 0 0,0 0-1 0 0,0 0 0 0 0,-1 0 0 0 0,1 0 0 0 0,0 0 1 0 0,0 1-1 0 0,0-1 0 0 0,0 0 0 0 0,0 0 0 0 0,-1 0 1 0 0,1-1-1 0 0,0 1 0 0 0,0 0 0 0 0,0 0 0 0 0,0 0 1 0 0,-1 0-1 0 0,1 0 0 0 0,0 0 0 0 0,0 0 0 0 0,0 0 1 0 0,0 0-1 0 0,0 0 0 0 0,-1 0 0 0 0,1 0 0 0 0,0 0 1 0 0,0-1-1 0 0,0 1 0 0 0,0 0 0 0 0,0 0 0 0 0,-2-1-29 0 0,0 8 16 0 0,1 4 159 0 0,1 1-1 0 0,0-1 0 0 0,1 1 1 0 0,3 17-1 0 0,-4-28 130 0 0,1 6-172 0 0,0 0 0 0 0,0 0-1 0 0,3 7 1 0 0,-3-13-99 0 0,-1-1 0 0 0,0 0 0 0 0,0 1 0 0 0,0-1 0 0 0,0 0-1 0 0,1 0 1 0 0,-1 1 0 0 0,0-1 0 0 0,0 0 0 0 0,0 0 0 0 0,1 0-1 0 0,-1 1 1 0 0,0-1 0 0 0,1 0 0 0 0,-1 0 0 0 0,0 0 0 0 0,0 0-1 0 0,1 0 1 0 0,-1 1 0 0 0,0-1 0 0 0,1 0 0 0 0,-1 0 0 0 0,0 0 0 0 0,1 0-1 0 0,-1 0 1 0 0,0 0 0 0 0,0 0 0 0 0,1 0 0 0 0,-1 0 0 0 0,0 0-1 0 0,1 0 1 0 0,-1 0 0 0 0,0-1 0 0 0,1 1 0 0 0,-1 0 0 0 0,0 0-1 0 0,0 0 1 0 0,1 0 0 0 0,-1 0 0 0 0,1-1 0 0 0,12-9 86 0 0,-8 6-60 0 0,-2 1-27 0 0,0 1-1 0 0,0-1 1 0 0,-1 1 0 0 0,1-1 0 0 0,0 0-1 0 0,-1 0 1 0 0,0 0 0 0 0,0 0 0 0 0,0 0-1 0 0,0-1 1 0 0,0 1 0 0 0,-1 0-1 0 0,1-1 1 0 0,0-4 0 0 0,1-1-79 0 0,-1 0 1 0 0,0 0-1 0 0,-1 0 0 0 0,1-17 1 0 0,-2 26 68 0 0,0 0 0 0 0,0 0 0 0 0,0-1 0 0 0,0 1 0 0 0,0 0 0 0 0,0 0 0 0 0,0-1 1 0 0,0 1-1 0 0,0 0 0 0 0,0 0 0 0 0,0-1 0 0 0,0 1 0 0 0,0 0 0 0 0,0 0 0 0 0,0-1 0 0 0,0 1 0 0 0,0 0 1 0 0,0 0-1 0 0,0-1 0 0 0,-1 1 0 0 0,1 0 0 0 0,0 0 0 0 0,0 0 0 0 0,0-1 0 0 0,0 1 0 0 0,-1 0 1 0 0,1 0-1 0 0,0 0 0 0 0,0 0 0 0 0,0-1 0 0 0,-1 1 0 0 0,1 0 0 0 0,0 0 0 0 0,0 0 0 0 0,-1 0 1 0 0,1 0-1 0 0,0 0 0 0 0,0 0 0 0 0,-1 0 0 0 0,1 0 0 0 0,-6-4-28 0 0,6 3 45 0 0,-1 1 1 0 0,1-1 0 0 0,-1 0-1 0 0,1 0 1 0 0,-1 1 0 0 0,1-1-1 0 0,-1 0 1 0 0,0 0 0 0 0,1 1 0 0 0,-1-1-1 0 0,0 1 1 0 0,0-1 0 0 0,1 1-1 0 0,-1-1 1 0 0,-2 0 0 0 0,2 1 18 0 0,0 0 0 0 0,0 0 0 0 0,0 0-1 0 0,0 1 1 0 0,0-1 0 0 0,0 0 0 0 0,0 0 0 0 0,0 1 0 0 0,0-1 0 0 0,0 1 0 0 0,-1 0 0 0 0,-2 1-6 0 0,4-2-26 0 0,0 0 1 0 0,0 1-1 0 0,-1-1 1 0 0,1 0 0 0 0,0 0-1 0 0,0 0 1 0 0,-1 0-1 0 0,1 0 1 0 0,0 0-1 0 0,0 0 1 0 0,0 0 0 0 0,-1 0-1 0 0,1 0 1 0 0,0 0-1 0 0,0 0 1 0 0,-1 0 0 0 0,1 0-1 0 0,0 0 1 0 0,0-1-1 0 0,0 1 1 0 0,-1 0-1 0 0,1 0 1 0 0,0 0 0 0 0,0 0-1 0 0,0 0 1 0 0,-1 0-1 0 0,1-1 1 0 0,-3 1-84 0 0,0 7 46 0 0,-5 28 27 0 0,2-15-132 0 0,5-7 243 0 0,-1 21 536 0 0,2-32-585 0 0,1 0 1 0 0,-1 1-1 0 0,0-1 0 0 0,0 0 0 0 0,1 1 1 0 0,0-1-1 0 0,-1 0 0 0 0,1 1 1 0 0,0-1-1 0 0,2 4 0 0 0,21 20 616 0 0,-24-25-662 0 0,1-1 0 0 0,-1 0 0 0 0,0 0 0 0 0,0 1 0 0 0,0-1 0 0 0,1 0-1 0 0,-1 1 1 0 0,0-1 0 0 0,0 0 0 0 0,1 0 0 0 0,-1 0 0 0 0,0 1 0 0 0,0-1-1 0 0,1 0 1 0 0,-1 0 0 0 0,0 0 0 0 0,1 1 0 0 0,-1-1 0 0 0,0 0 0 0 0,1 0 0 0 0,-1 0-1 0 0,1 0 1 0 0,-1 0 0 0 0,0 0 0 0 0,1 0 0 0 0,-1 0 0 0 0,0 0 0 0 0,1 0-1 0 0,-1 0 1 0 0,0 0 0 0 0,1 0 0 0 0,-1 0 0 0 0,0 0 0 0 0,1-1 0 0 0,-1 1 0 0 0,0 0-1 0 0,1 0 1 0 0,6-12 32 0 0,-6 10-40 0 0,-1 1 7 0 0,0 1 0 0 0,0 0 1 0 0,0-1-1 0 0,0 1 0 0 0,1 0 0 0 0,-1 0 0 0 0,0-1 1 0 0,0 1-1 0 0,0 0 0 0 0,0 0 0 0 0,1-1 0 0 0,-1 1 1 0 0,0 0-1 0 0,0 0 0 0 0,1-1 0 0 0,-1 1 0 0 0,0 0 0 0 0,0 0 1 0 0,1 0-1 0 0,-1 0 0 0 0,0-1 0 0 0,0 1 0 0 0,1 0 1 0 0,-1 0-1 0 0,0 0 0 0 0,1 0 0 0 0,-1 0 0 0 0,0 0 1 0 0,1 0-1 0 0,-1 0 0 0 0,0 0 0 0 0,1 0 0 0 0,-1 0 1 0 0,0 0-1 0 0,1 0 0 0 0,-1 0 0 0 0,0 0 0 0 0,1 0 1 0 0,-1 0-1 0 0,0 0 0 0 0,0 1 0 0 0,1-1 0 0 0,-1 0 1 0 0,0 0-1 0 0,1 0 0 0 0,-1 0 0 0 0,0 1 0 0 0,0-1 0 0 0,0 0 1 0 0,1 0-1 0 0,-1 1 0 0 0,0-1 0 0 0,0 0 0 0 0,1 1 1 0 0,-1-1-1 0 0,0 0 1 0 0,0 1 0 0 0,1-1-1 0 0,-1 0 1 0 0,0 1 0 0 0,1-1-1 0 0,-1 0 1 0 0,0 0-1 0 0,1 1 1 0 0,-1-1 0 0 0,0 0-1 0 0,1 0 1 0 0,-1 0 0 0 0,0 1-1 0 0,1-1 1 0 0,-1 0 0 0 0,1 0-1 0 0,-1 0 1 0 0,0 0 0 0 0,1 0-1 0 0,-1 0 1 0 0,1 0 0 0 0,-1 0-1 0 0,1 0 1 0 0,-1 0 0 0 0,0 0-1 0 0,1 0 1 0 0,-1 0-1 0 0,1 0 1 0 0,-1 0 0 0 0,0-1-1 0 0,1 1 1 0 0,-1 0 0 0 0,0 0-1 0 0,1 0 1 0 0,-1-1 0 0 0,1 1-1 0 0,-1 0 1 0 0,0 0 0 0 0,0-1-1 0 0,1 1 1 0 0,-1 0 0 0 0,0-1-1 0 0,1 1 1 0 0,-1 0 0 0 0,0-1-1 0 0,0 1 1 0 0,0 0-1 0 0,0-1 1 0 0,1 1 0 0 0,-1-1-1 0 0,0 1 1 0 0,0-1 0 0 0,17-49 104 0 0,-12 41-94 0 0,-5 7-12 0 0,1 1 0 0 0,0 0 0 0 0,0-1 0 0 0,-1 1 0 0 0,1-1 0 0 0,-1 1-1 0 0,1-1 1 0 0,-1 1 0 0 0,0-1 0 0 0,0 0 0 0 0,1-2 0 0 0,-3-4-17 0 0,0 1 0 0 0,0 0 0 0 0,-1 0 0 0 0,1 0 1 0 0,-2 0-1 0 0,1 1 0 0 0,-1-1 0 0 0,-7-9 0 0 0,10 15 17 0 0,0 0 0 0 0,-1 1 0 0 0,1-1 0 0 0,0 1 0 0 0,-1-1 0 0 0,1 1 0 0 0,0-1 1 0 0,-1 1-1 0 0,1 0 0 0 0,0 0 0 0 0,-1 0 0 0 0,1 0 0 0 0,-1 0 0 0 0,1 0 0 0 0,0 0 0 0 0,-1 0 0 0 0,1 0 0 0 0,-1 1 0 0 0,0 0 0 0 0,-13 0-28 0 0,14-1-1 0 0,0-1-1 0 0,-1 1 0 0 0,1 0 0 0 0,0-1 1 0 0,0 1-1 0 0,-1-1 0 0 0,1 1 1 0 0,0-1-1 0 0,0 0 0 0 0,0 1 0 0 0,0-1 1 0 0,-2-1-1 0 0,-7-5-194 0 0,9 7 216 0 0,1 0 1 0 0,-1 0 0 0 0,1 0 0 0 0,-1 1-1 0 0,0-1 1 0 0,1 0 0 0 0,-1 0 0 0 0,1 0-1 0 0,-1 1 1 0 0,1-1 0 0 0,-1 0-1 0 0,1 1 1 0 0,-1-1 0 0 0,1 0 0 0 0,-1 1-1 0 0,1-1 1 0 0,-1 0 0 0 0,1 1 0 0 0,-1-1-1 0 0,1 1 1 0 0,0-1 0 0 0,-1 1 0 0 0,1-1-1 0 0,0 1 1 0 0,0-1 0 0 0,-1 1 0 0 0,1-1-1 0 0,0 1 1 0 0,0 0 0 0 0,0 0 0 0 0,-7 19-275 0 0,6-10 269 0 0,0-1 0 0 0,1 1 0 0 0,0-1 0 0 0,0 1 1 0 0,1 0-1 0 0,1-1 0 0 0,-1 1 0 0 0,6 15 0 0 0,-1-2 14 0 0,-6-19 32 0 0,4 9 111 0 0,-4-13-132 0 0,0 0 0 0 0,0 0-1 0 0,0 1 1 0 0,0-1 0 0 0,1 0-1 0 0,-1 0 1 0 0,0 1-1 0 0,0-1 1 0 0,0 0 0 0 0,0 0-1 0 0,1 1 1 0 0,-1-1-1 0 0,0 0 1 0 0,0 0 0 0 0,0 0-1 0 0,1 0 1 0 0,-1 1 0 0 0,0-1-1 0 0,0 0 1 0 0,1 0-1 0 0,-1 0 1 0 0,0 0 0 0 0,0 0-1 0 0,1 0 1 0 0,-1 0-1 0 0,0 0 1 0 0,1 0 0 0 0,-1 0-1 0 0,0 0 1 0 0,0 0 0 0 0,1 0-1 0 0,-1 0 1 0 0,0 0-1 0 0,0 0 1 0 0,1 0 0 0 0,-1 0-1 0 0,1 0 1 0 0,5 2 179 0 0,-5-2-180 0 0,-1 1 0 0 0,0-1 0 0 0,1 1-1 0 0,-1-1 1 0 0,1 0 0 0 0,-1 0 0 0 0,1 1 0 0 0,0-1-1 0 0,-1 0 1 0 0,1 0 0 0 0,-1 0 0 0 0,1 0 0 0 0,-1 1-1 0 0,1-1 1 0 0,-1 0 0 0 0,1 0 0 0 0,0 0 0 0 0,-1 0-1 0 0,1 0 1 0 0,-1 0 0 0 0,1-1 0 0 0,0 1 0 0 0,-1 0-1 0 0,1 0 1 0 0,0-1 0 0 0,1-7 5 0 0,-1 6-10 0 0,-1 0-1 0 0,1 0 1 0 0,-1 0-1 0 0,1 1 1 0 0,0-1 0 0 0,-1 0-1 0 0,1 0 1 0 0,0 0-1 0 0,2-2 1 0 0,-3 4-6 0 0,0 0 0 0 0,1 0 0 0 0,-1 0 0 0 0,1 0 0 0 0,-1 0 0 0 0,1 0 0 0 0,-1-1 0 0 0,1 1 0 0 0,-1 0 0 0 0,0 0 0 0 0,1-1 0 0 0,-1 1 0 0 0,0 0 0 0 0,1-1 0 0 0,-1 1 0 0 0,0 0 0 0 0,1-1 0 0 0,-1 1 0 0 0,0 0 0 0 0,0-1 0 0 0,1 1 0 0 0,-1-1 0 0 0,0 1 0 0 0,0 0 0 0 0,0-1 0 0 0,0 1 0 0 0,1-1 0 0 0,-1 1 0 0 0,0-1 0 0 0,0 1 0 0 0,0-1 0 0 0,0 0 0 0 0,3-18 0 0 0,0-2-158 0 0,-2 14 46 0 0,1 0-1 0 0,-1-1 1 0 0,-1 1-1 0 0,0-12 1 0 0,-1 18 100 0 0,1 0 1 0 0,-1 0 0 0 0,0 1-1 0 0,0-1 1 0 0,0 0-1 0 0,0 0 1 0 0,0 0-1 0 0,0 1 1 0 0,-1-1 0 0 0,1 0-1 0 0,0 1 1 0 0,0-1-1 0 0,0 1 1 0 0,-1-1-1 0 0,1 1 1 0 0,0 0 0 0 0,0 0-1 0 0,-1-1 1 0 0,1 1-1 0 0,0 0 1 0 0,-1 0-1 0 0,1 0 1 0 0,0 0 0 0 0,-1 1-1 0 0,1-1 1 0 0,0 0-1 0 0,-3 1 1 0 0,3 2 2 0 0,0-1 1 0 0,0 0-1 0 0,-1 1 0 0 0,2-1 1 0 0,-1 1-1 0 0,0 0 0 0 0,0-1 1 0 0,1 1-1 0 0,-1 0 0 0 0,1-1 1 0 0,0 1-1 0 0,0 0 1 0 0,0 0-1 0 0,0 3 0 0 0,1-1 55 0 0,0 0 0 0 0,0 1 0 0 0,0-1 0 0 0,1 0 0 0 0,0 0 0 0 0,2 7 0 0 0,-3-13-10 0 0,0 0 0 0 0,-1 1 0 0 0,1-1 0 0 0,0 0 0 0 0,-1 1 0 0 0,1-1 0 0 0,-1 0 0 0 0,1 0-1 0 0,-1 0 1 0 0,1 1 0 0 0,-1-1 0 0 0,0 0 0 0 0,0 0 0 0 0,1 0 0 0 0,-1-1 0 0 0,5-8 217 0 0,1 15-164 0 0,-6-4-86 0 0,0-1 1 0 0,0 0 0 0 0,1 1-1 0 0,-1-1 1 0 0,0 0 0 0 0,0 1-1 0 0,0-1 1 0 0,1 0 0 0 0,-1 1 0 0 0,0-1-1 0 0,0 0 1 0 0,1 0 0 0 0,-1 1-1 0 0,0-1 1 0 0,1 0 0 0 0,-1 0-1 0 0,0 0 1 0 0,1 1 0 0 0,-1-1-1 0 0,0 0 1 0 0,1 0 0 0 0,-1 0-1 0 0,0 0 1 0 0,1 0 0 0 0,-1 0 0 0 0,0 0-1 0 0,1 0 1 0 0,-1 0 0 0 0,1 0-1 0 0,-1 0 1 0 0,0 0 0 0 0,1 0-1 0 0,-1 0 1 0 0,0 0 0 0 0,1 0-1 0 0,-1 0 1 0 0,0 0 0 0 0,1 0-1 0 0,-1 0 1 0 0,1-1 0 0 0,-1 1-1 0 0,0 0 1 0 0,0 0 0 0 0,1 0 0 0 0,-1-1-1 0 0,0 1 1 0 0,1 0 0 0 0,-1 0-1 0 0,0-1 1 0 0,0 1 0 0 0,1 0-1 0 0,-1-1 1 0 0,0 1 0 0 0,0 0-1 0 0,0-1 1 0 0,1 0 0 0 0,2-3 84 0 0,0 0 1 0 0,-1 0 0 0 0,1 0-1 0 0,-1-1 1 0 0,0 0 0 0 0,2-4-1 0 0,-2 1-25 0 0,0 1-1 0 0,-1-1 0 0 0,0 0 1 0 0,0 0-1 0 0,-1-8 1 0 0,0 15-53 0 0,0 0 0 0 0,0 0 0 0 0,0 0 0 0 0,0 0 0 0 0,0 0 0 0 0,0 1 0 0 0,0-1 0 0 0,-1 0 0 0 0,1 0 0 0 0,0 0 0 0 0,0 0 0 0 0,-1 1 0 0 0,1-1 0 0 0,-1 0 0 0 0,1 0 0 0 0,0 0 0 0 0,-1 1 0 0 0,1-1 0 0 0,-1 0 0 0 0,0 1 0 0 0,1-1 0 0 0,-1 1 0 0 0,0-1 0 0 0,1 0 0 0 0,-1 1 0 0 0,0-1 0 0 0,0 1 0 0 0,0-1 0 0 0,0 1-10 0 0,0 0 0 0 0,0 0-1 0 0,0 0 1 0 0,0 0 0 0 0,0 0 0 0 0,0 0 0 0 0,0 1 0 0 0,1-1 0 0 0,-1 0 0 0 0,0 0-1 0 0,0 1 1 0 0,0-1 0 0 0,0 0 0 0 0,1 1 0 0 0,-1-1 0 0 0,0 1 0 0 0,0-1 0 0 0,1 1-1 0 0,-1 0 1 0 0,0-1 0 0 0,1 1 0 0 0,-1 0 0 0 0,1-1 0 0 0,-1 1 0 0 0,0 0 0 0 0,1 0-1 0 0,-1 1 1 0 0,-4 6-135 0 0,0 1 1 0 0,0 0-1 0 0,1 0 0 0 0,0 0 0 0 0,1 0 0 0 0,-3 11 0 0 0,4-13-686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27.1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0 1496 0 0,'1'4'14'0'0,"-1"-3"-4"0"0,0 1 0 0 0,0 0 0 0 0,1 0 0 0 0,-1-1 0 0 0,0 1 0 0 0,-1 0 0 0 0,1 0 0 0 0,0-1 0 0 0,0 1 0 0 0,-1 0 0 0 0,-6 3 6156 0 0,3 11-5590 0 0,2-12 648 0 0,-2 13 2686 0 0,5-12-3699 0 0,0 13-3 0 0,-1-15-88 0 0,0 0 0 0 0,0-1 0 0 0,0 1-1 0 0,1 0 1 0 0,-1-1 0 0 0,1 1 0 0 0,0-1 0 0 0,0 1 0 0 0,0-1 0 0 0,0 1 0 0 0,0-1-1 0 0,1 1 1 0 0,-1-1 0 0 0,1 0 0 0 0,-1 0 0 0 0,1 0 0 0 0,2 2 0 0 0,-3-2-43 0 0,1 0 1 0 0,-1 0-1 0 0,0 0 0 0 0,1 0 1 0 0,-1 1-1 0 0,1 3 0 0 0,6 9 543 0 0,-8-17-446 0 0,3 11-109 0 0,-3-2-43 0 0,0-6-19 0 0,-1 0-1 0 0,1-1 0 0 0,0 1 0 0 0,0 0 1 0 0,0-1-1 0 0,0 1 0 0 0,0 0 1 0 0,0-1-1 0 0,1 1 0 0 0,-1 0 0 0 0,0 0 1 0 0,0-1-1 0 0,0 1 0 0 0,1 0 1 0 0,-1-1-1 0 0,0 1 0 0 0,1-1 0 0 0,-1 1 1 0 0,0 0-1 0 0,1-1 0 0 0,-1 1 0 0 0,2 0 1 0 0,5 31 253 0 0,-5-28-253 0 0,-1-5-1 0 0,2-9 28 0 0,-3 7 63 0 0,1 29-23 0 0,-1-16-7 0 0,0 0-1 0 0,1 0 1 0 0,0 0 0 0 0,4 15 0 0 0,-3-18-125 0 0,4 9-65 0 0,-3-15 96 0 0,2-10 35 0 0,-2 5-7 0 0,1 9 3 0 0,5 20 12 0 0,-7-20-1 0 0,-1 0 0 0 0,1 0 0 0 0,0 0 0 0 0,5 8 0 0 0,-7-13-11 0 0,0 0 0 0 0,0 0 0 0 0,1 0 0 0 0,-1 0 0 0 0,0 0 0 0 0,0 0 0 0 0,0 1 0 0 0,0-1 0 0 0,1 0 0 0 0,-1 0 0 0 0,0 0 0 0 0,0 0 0 0 0,0 0 0 0 0,0 0 0 0 0,1 0 0 0 0,-1 0 0 0 0,0 0 0 0 0,0 0 0 0 0,0 0 0 0 0,1 0 0 0 0,-1 0 0 0 0,0 0 0 0 0,0 0 0 0 0,0 0 0 0 0,1 0 0 0 0,-1 0 0 0 0,0 0 0 0 0,0 0 0 0 0,0 0 0 0 0,0-1 0 0 0,1 1 0 0 0,-1 0 0 0 0,0 0 0 0 0,0 0 0 0 0,0 0 0 0 0,0 0 0 0 0,0 0 0 0 0,0 0 0 0 0,0 0 0 0 0,0 0 0 0 0,0-1 0 0 0,1 1 0 0 0,-1 0 0 0 0,0 0 0 0 0,0 0 0 0 0,0 0 0 0 0,0 0 0 0 0,0 0 0 0 0,0 0 0 0 0,0 0 0 0 0,0 0 0 0 0,0 0 0 0 0,0 0 0 0 0,1 0 0 0 0,-1 0 0 0 0,0 0 0 0 0,0 0 0 0 0,0 0 0 0 0,0 0 0 0 0,0 0 0 0 0,0 0 0 0 0,0 0 0 0 0,0 0 0 0 0,0 0 0 0 0,0 0 0 0 0,1 0 0 0 0,-1 0 0 0 0,0 0 0 0 0,0 1 0 0 0,0-1 0 0 0,0 0 0 0 0,0 0 0 0 0,0 0 0 0 0,0 0 0 0 0,0 0 0 0 0,0 0 0 0 0,0 0 0 0 0,0 0 0 0 0,0 0 0 0 0,0 0 0 0 0,0 0 0 0 0,0 0 0 0 0,0 0 0 0 0,1 1 0 0 0,23 65 0 0 0,-1 3 203 0 0,-20-60-196 0 0,1 0 1 0 0,-1 1-1 0 0,-1-1 1 0 0,1 1 0 0 0,-2-1-1 0 0,2 12 1 0 0,-3-19-1 0 0,1 1 0 0 0,0 0 0 0 0,0-1 0 0 0,0 1 0 0 0,0-1 0 0 0,0 1 0 0 0,1-1 0 0 0,2 4 0 0 0,2 4 47 0 0,-1-5 20 0 0,-5-4-69 0 0,1-1 0 0 0,-1 0 0 0 0,0 1 0 0 0,1-1 0 0 0,-1 0 1 0 0,1 1-1 0 0,-1-1 0 0 0,0 1 0 0 0,1-1 0 0 0,-1 1 0 0 0,0-1 0 0 0,0 1 0 0 0,1-1 0 0 0,-1 1 1 0 0,0-1-1 0 0,0 1 0 0 0,0-1 0 0 0,0 1 0 0 0,1 1 10 0 0,-1-1 1 0 0,0 1-1 0 0,1-1 1 0 0,-1 1-1 0 0,0-1 1 0 0,1 1-1 0 0,0-1 0 0 0,-1 0 1 0 0,1 1-1 0 0,0-1 1 0 0,0 0-1 0 0,0 0 1 0 0,1 2-1 0 0,7 19-15 0 0,11 26 0 0 0,-20-48 0 0 0,0 0 0 0 0,0 0 0 0 0,0-1 0 0 0,1 1 0 0 0,-1 0 0 0 0,0 0 0 0 0,0 0 0 0 0,0 0 0 0 0,0 0 0 0 0,0 0 0 0 0,0 0 0 0 0,0 0 0 0 0,0 0 0 0 0,0 0 0 0 0,0 0 0 0 0,0 0 0 0 0,1 0 0 0 0,-1 0 0 0 0,0 0 0 0 0,0 0 0 0 0,0 0 0 0 0,0 0 0 0 0,0 0 0 0 0,0 0 0 0 0,0 0 0 0 0,0 0 0 0 0,0 0 0 0 0,0 0 0 0 0,0 0 0 0 0,1 0 0 0 0,-1 1 0 0 0,0-1 0 0 0,0 0 0 0 0,0 0 0 0 0,0 0 0 0 0,0 0 0 0 0,0 0 0 0 0,0 0 0 0 0,0 0 0 0 0,0 0 0 0 0,0 0 0 0 0,0 0 0 0 0,0 0 0 0 0,0 0 0 0 0,0 0 0 0 0,0 0 0 0 0,0 1 0 0 0,0-1 0 0 0,0 0 0 0 0,0 0 0 0 0,0 0 0 0 0,0 0 0 0 0,0 0 0 0 0,0 0 0 0 0,0 0 0 0 0,0 0 0 0 0,0 0 0 0 0,0 0 0 0 0,0 1 0 0 0,0-1 0 0 0,0 0 0 0 0,0 0 0 0 0,5 31 200 0 0,-5-32-208 0 0,1-4-27 0 0,1 10 14 0 0,4 49 85 0 0,-6-56 9 0 0,1-3 18 0 0,0 14 6 0 0,-2-7-88 0 0,3 4 4 0 0,1 3 5 0 0,-1-1-31 0 0,1 0 35 0 0,4-20 138 0 0,-7 13-50 0 0,5 22 99 0 0,0-11-42 0 0,-3-18-3 0 0,0 10-38 0 0,-1 14-273 0 0,0-42 26 0 0,0 22 109 0 0,-1 4-12 0 0,0 17-102 0 0,-2-25-1282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27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12 318 7890 0 0,'0'0'11'0'0,"0"0"-1"0"0,0 0 1 0 0,0 0 0 0 0,0 0 0 0 0,0 0 0 0 0,0 0 0 0 0,-1 0-1 0 0,1 0 1 0 0,0 0 0 0 0,0 0 0 0 0,0 0 0 0 0,0 0 0 0 0,0 0 0 0 0,0 0-1 0 0,0 0 1 0 0,-1 0 0 0 0,1 0 0 0 0,0 0 0 0 0,0 0 0 0 0,0 0-1 0 0,0 0 1 0 0,0 0 0 0 0,0 0 0 0 0,0 0 0 0 0,0 0 0 0 0,-1 0 0 0 0,1 0-1 0 0,0 0 1 0 0,0-1 0 0 0,0 1 0 0 0,0 0 0 0 0,0 0 0 0 0,0 0 0 0 0,0 0-1 0 0,0 0 1 0 0,0 0 0 0 0,0 0 0 0 0,0 0 0 0 0,0 0 0 0 0,0-1-1 0 0,0 1 1 0 0,0 0 0 0 0,0 0 0 0 0,0 0 0 0 0,0 0 0 0 0,0 0 0 0 0,0 0-1 0 0,0-1 1 0 0,0 1-5 0 0,-1 0 0 0 0,-6 4 6532 0 0,8-8-5256 0 0,5-15-979 0 0,-6 19-300 0 0,0 0 0 0 0,0 0-1 0 0,0 0 1 0 0,0 0 0 0 0,0 0 0 0 0,0 0 0 0 0,0 0 0 0 0,0 0 0 0 0,0 0 0 0 0,0 0 0 0 0,0 0 0 0 0,0-1 0 0 0,0 1 0 0 0,0 0 0 0 0,0 0 0 0 0,0 0 0 0 0,0 0 0 0 0,0 0 0 0 0,0 0 0 0 0,1 0 0 0 0,-1 0 0 0 0,0 0 0 0 0,0 0 0 0 0,0 0 0 0 0,0 0 0 0 0,0 0 0 0 0,0 0 0 0 0,0 0 0 0 0,0 0 0 0 0,0 0 0 0 0,0 0 0 0 0,0 0 0 0 0,0 0 0 0 0,0 0 0 0 0,0 0 0 0 0,0 0 0 0 0,0 0 0 0 0,0 0 0 0 0,0 0 0 0 0,1 0 0 0 0,-1 0 0 0 0,0 0 0 0 0,0 0 0 0 0,0 0 0 0 0,0 0 0 0 0,0 0 0 0 0,0 0 0 0 0,0 0 0 0 0,0 0 0 0 0,0 0 0 0 0,0 0 0 0 0,0 0 0 0 0,0 0 0 0 0,0 0 0 0 0,0 0 0 0 0,0 0 0 0 0,0 0 0 0 0,0 0 0 0 0,0 0 0 0 0,0 0 0 0 0,0 0 0 0 0,0 0 0 0 0,0 0 0 0 0,1 0 0 0 0,-1 1 0 0 0,2 4 229 0 0,3 5 415 0 0,-4-10-619 0 0,-1 0 0 0 0,0 0 1 0 0,0 0-1 0 0,0 0 0 0 0,1 0 0 0 0,-1 0 0 0 0,0 0 0 0 0,0 0 0 0 0,1 0 0 0 0,-1 0 0 0 0,0 0 0 0 0,0 0 0 0 0,0 0 0 0 0,1 0 1 0 0,-1-1-1 0 0,0 1 0 0 0,0 0 0 0 0,0 0 0 0 0,1 0 0 0 0,-1 0 0 0 0,0 0 0 0 0,0 0 0 0 0,0-1 0 0 0,0 1 0 0 0,1 0 0 0 0,-1 0 0 0 0,0 0 1 0 0,0 0-1 0 0,0-1 0 0 0,0 1 0 0 0,0 0 0 0 0,0 0 0 0 0,1 0 0 0 0,-1-1 0 0 0,0 1 0 0 0,0 0 0 0 0,0 0 0 0 0,0 0 0 0 0,0-1 0 0 0,0 1 1 0 0,0 0-1 0 0,0 0 0 0 0,0-1 0 0 0,0 1 0 0 0,0 0 0 0 0,0 0 0 0 0,5-11 254 0 0,-1 9 7 0 0,2 19 277 0 0,-3-5-331 0 0,-2-9-203 0 0,0-1 0 0 0,0 1 0 0 0,0 0 0 0 0,0-1 0 0 0,0 0 0 0 0,0 1 0 0 0,1-1 0 0 0,-1 0 0 0 0,1 1 0 0 0,0-1 0 0 0,-1 0 0 0 0,1 0 0 0 0,0 0 0 0 0,4 2 0 0 0,1 2 47 0 0,-7-6-77 0 0,0 0 1 0 0,0 0 0 0 0,0 1-1 0 0,0-1 1 0 0,0 0 0 0 0,0 0-1 0 0,1 0 1 0 0,-1 0-1 0 0,0 0 1 0 0,0 0 0 0 0,0 0-1 0 0,0 0 1 0 0,0 0 0 0 0,0 1-1 0 0,0-1 1 0 0,0 0 0 0 0,0 0-1 0 0,1 0 1 0 0,-1 0 0 0 0,0 0-1 0 0,0 0 1 0 0,0 0 0 0 0,0 0-1 0 0,0 0 1 0 0,0 0-1 0 0,1 0 1 0 0,-1 0 0 0 0,0 0-1 0 0,0 0 1 0 0,0 0 0 0 0,0 0-1 0 0,0 0 1 0 0,0 0 0 0 0,0 0-1 0 0,1 0 1 0 0,-1 0 0 0 0,0 0-1 0 0,0 0 1 0 0,0 0 0 0 0,0-1-1 0 0,0 1 1 0 0,0 0-1 0 0,0 0 1 0 0,0 0 0 0 0,1 0-1 0 0,-1 0 1 0 0,0 0 0 0 0,0 0-1 0 0,0 0 1 0 0,0 0 0 0 0,0 0-1 0 0,0-1 1 0 0,0 1 0 0 0,0 0-1 0 0,0 0 1 0 0,0 0 0 0 0,0 0-1 0 0,0 0 1 0 0,0 0-1 0 0,0 0 1 0 0,0-1 0 0 0,0 1-1 0 0,4-5 18 0 0,-3 5-20 0 0,-1 0 0 0 0,0 0 1 0 0,0 0-1 0 0,0 0 1 0 0,0 0-1 0 0,1 0 0 0 0,-1 0 1 0 0,0 0-1 0 0,0 0 1 0 0,0 0-1 0 0,0 0 0 0 0,1 0 1 0 0,-1 0-1 0 0,0 0 1 0 0,0 0-1 0 0,0 0 0 0 0,0 0 1 0 0,1 0-1 0 0,-1 0 1 0 0,0 1-1 0 0,0-1 1 0 0,0 0-1 0 0,0 0 0 0 0,0 0 1 0 0,1 0-1 0 0,-1 0 1 0 0,0 0-1 0 0,0 0 0 0 0,0 1 1 0 0,0-1-1 0 0,0 0 1 0 0,0 0-1 0 0,0 0 0 0 0,0 0 1 0 0,1 1-1 0 0,-1-1 1 0 0,0 0-1 0 0,0 0 1 0 0,0 0-1 0 0,0 0 0 0 0,0 1 1 0 0,0-1-1 0 0,0 0 1 0 0,0 0-1 0 0,0 0 0 0 0,0 0 1 0 0,0 1-1 0 0,0-1 1 0 0,2 11 37 0 0,-2-11-36 0 0,0 3-1 0 0,1-1 1 0 0,-1 1 0 0 0,1-1 0 0 0,-1 0-1 0 0,1 1 1 0 0,0-1 0 0 0,0 0 0 0 0,0 0 0 0 0,0 0-1 0 0,0 0 1 0 0,1 0 0 0 0,-1 0 0 0 0,1 0-1 0 0,2 3 1 0 0,-4-5 4 0 0,1-1 1 0 0,-1 1-1 0 0,1 0 0 0 0,-1 0 0 0 0,1-1 1 0 0,-1 1-1 0 0,0 0 0 0 0,1-1 0 0 0,-1 1 0 0 0,0 0 1 0 0,1-1-1 0 0,-1 1 0 0 0,0 0 0 0 0,1-1 1 0 0,-1 1-1 0 0,0-1 0 0 0,0 1 0 0 0,0-1 1 0 0,1 1-1 0 0,-1 0 0 0 0,0-1 0 0 0,0 1 0 0 0,0-1 1 0 0,0 1-1 0 0,0-2 0 0 0,4-12 87 0 0,0 33-82 0 0,-2-31-4 0 0,-1-15-38 0 0,-1 21 102 0 0,0 22 148 0 0,-6-136 420 0 0,4 31-88 0 0,2-15 13 0 0,-1 43-328 0 0,4 104-5420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31.3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8178 0 0,'2'3'9567'0'0,"0"-1"-9457"0"0,0 0 0 0 0,1 0 0 0 0,-1 0 1 0 0,0 0-1 0 0,0 0 0 0 0,0 1 0 0 0,-1-1 0 0 0,3 3 0 0 0,14 11 402 0 0,-15-13-516 0 0,0 0 0 0 0,0-1-1 0 0,0 0 1 0 0,0 1 0 0 0,5 1 0 0 0,9 7-31 0 0,-15-9 55 0 0,0 0 1 0 0,1 0-1 0 0,-1 0 1 0 0,1 0-1 0 0,-1-1 0 0 0,1 1 1 0 0,0-1-1 0 0,0 0 0 0 0,-1 0 1 0 0,7 2-1 0 0,-6-2 57 0 0,0 1 0 0 0,0 0 0 0 0,0-1 0 0 0,-1 1 0 0 0,1 0 0 0 0,0 1 0 0 0,-1-1 0 0 0,1 0 0 0 0,-1 1 0 0 0,0-1-1 0 0,0 1 1 0 0,2 3 0 0 0,3 2-9 0 0,0-1 0 0 0,1 1-1 0 0,8 6 1 0 0,9 8 61 0 0,-25-22-129 0 0,0 0 0 0 0,0 0 0 0 0,0 0 0 0 0,1 0 0 0 0,-1 1 0 0 0,0-1 0 0 0,0 0 0 0 0,0 0 0 0 0,1 0 0 0 0,-1 0 0 0 0,0 0 0 0 0,0 0 0 0 0,0 0 0 0 0,1 0 0 0 0,-1 0 0 0 0,0 0 0 0 0,0 0 0 0 0,0 0 0 0 0,1 0 0 0 0,-1 0 0 0 0,0 0 0 0 0,0 0 0 0 0,0 0 0 0 0,1 0 0 0 0,-1 0 0 0 0,0-1 0 0 0,0 1 0 0 0,0 0 0 0 0,1 0 0 0 0,-1 0 0 0 0,0 0 0 0 0,0 0 0 0 0,0 0 0 0 0,0-1 0 0 0,0 1 0 0 0,1 0 0 0 0,-1 0 0 0 0,0 0 0 0 0,0 0 0 0 0,0-1 0 0 0,0 1 0 0 0,0 0 0 0 0,0 0 0 0 0,0 0 0 0 0,0-1 0 0 0,0 1 0 0 0,1 0 0 0 0,-1 0 0 0 0,0-1 0 0 0,3-3 1 0 0,1 13 9 0 0,-4-9-10 0 0,5 13 107 0 0,-5-13-103 0 0,0 0 0 0 0,0 0-1 0 0,0 0 1 0 0,0 0 0 0 0,0 0 0 0 0,0 1 0 0 0,1-1 0 0 0,-1 0 0 0 0,0 0 0 0 0,0 0 0 0 0,0 0 0 0 0,0 0 0 0 0,0 0 0 0 0,0 0 0 0 0,0 1 0 0 0,1-1 0 0 0,-1 0 0 0 0,0 0 0 0 0,0 0 0 0 0,0 0 0 0 0,0 0 0 0 0,1 0 0 0 0,-1 0 0 0 0,0 0 0 0 0,0 0 0 0 0,0 0 0 0 0,0 0 0 0 0,0 0 0 0 0,1 0 0 0 0,-1 0 0 0 0,0 0 0 0 0,0 0 0 0 0,0 0 0 0 0,0 0 0 0 0,1 0 0 0 0,-1 0 0 0 0,0 0 0 0 0,0 0 0 0 0,0 0 0 0 0,0 0 0 0 0,0 0 0 0 0,1 0 0 0 0,-1-1 0 0 0,0 1 0 0 0,0 0 0 0 0,0 0 0 0 0,0 0 0 0 0,0 0 0 0 0,0 0 0 0 0,1 0 0 0 0,-1-1 0 0 0,0 1 0 0 0,0 0 0 0 0,0 0 0 0 0,0 0 0 0 0,0 0 0 0 0,0 0 0 0 0,0-1 0 0 0,8 20 104 0 0,2 2-30 0 0,-10-21-75 0 0,0 1 0 0 0,0 0 1 0 0,1-1-1 0 0,-1 1 0 0 0,0 0 0 0 0,0-1 1 0 0,1 1-1 0 0,-1-1 0 0 0,1 1 1 0 0,-1-1-1 0 0,0 1 0 0 0,1-1 1 0 0,-1 1-1 0 0,1-1 0 0 0,-1 1 0 0 0,1-1 1 0 0,-1 1-1 0 0,1-1 0 0 0,1 1 1 0 0,2-11 40 0 0,0 3 12 0 0,-4 7-55 0 0,0 0 0 0 0,1 0 0 0 0,-1 0 0 0 0,0 1 1 0 0,1-1-1 0 0,-1 0 0 0 0,0 0 0 0 0,0 1 0 0 0,1-1 0 0 0,-1 0 1 0 0,0 1-1 0 0,0-1 0 0 0,0 0 0 0 0,0 1 0 0 0,1-1 1 0 0,-1 0-1 0 0,0 1 0 0 0,0-1 0 0 0,0 1 0 0 0,0-1 1 0 0,0 0-1 0 0,0 1 0 0 0,0-1 0 0 0,0 0 0 0 0,0 1 0 0 0,0 0 1 0 0,2 9 7 0 0,0 0 0 0 0,1 0 0 0 0,0-1 0 0 0,1 1 0 0 0,0-1 0 0 0,8 15 1 0 0,-11-24-10 0 0,-1 0 0 0 0,0 1 0 0 0,0-1 0 0 0,0 0 0 0 0,0 0 0 0 0,0 0 0 0 0,0 0 0 0 0,0 0 0 0 0,0 1 0 0 0,0-1 0 0 0,0 0 0 0 0,0 0 0 0 0,1 0 0 0 0,-1 0 0 0 0,0 0 0 0 0,0 0 0 0 0,0 0 0 0 0,0 0 0 0 0,0 1 0 0 0,0-1 0 0 0,1 0 0 0 0,-1 0 0 0 0,0 0 0 0 0,0 0 0 0 0,0 0 0 0 0,0 0 0 0 0,0 0 0 0 0,1 0 0 0 0,-1 0 0 0 0,0 0 0 0 0,0 0 0 0 0,0 0 0 0 0,0 0 0 0 0,1 0 0 0 0,-1 0 0 0 0,0 0 0 0 0,0 0 0 0 0,0 0 0 0 0,0 0 0 0 0,0 0 0 0 0,1 0 0 0 0,-1 0 0 0 0,0-1 0 0 0,0 1 0 0 0,0 0 0 0 0,4-7 0 0 0,-4 7 0 0 0,0 0 0 0 0,0 0 0 0 0,0-1 0 0 0,0 1 0 0 0,0 0 0 0 0,0 0 0 0 0,0 0 0 0 0,0 0 0 0 0,0 0 0 0 0,0-1 0 0 0,0 1 0 0 0,0 0 0 0 0,0 0 0 0 0,0 0 0 0 0,0 0 0 0 0,0 0 0 0 0,0-1 0 0 0,0 1 0 0 0,0 0 0 0 0,0 0 0 0 0,0 0 0 0 0,1 0 0 0 0,-1 0 0 0 0,0 0 0 0 0,0-1 0 0 0,0 1 0 0 0,0 0 0 0 0,0 0 0 0 0,0 0 0 0 0,1 0 0 0 0,-1 0 0 0 0,0 0 0 0 0,0 0 0 0 0,0 0 0 0 0,0 0 0 0 0,0 0 0 0 0,1 0 0 0 0,-1 0 0 0 0,0 0 0 0 0,0 0 0 0 0,3 5 1 0 0,-3-4 2 0 0,1-1 0 0 0,-1 1-1 0 0,0 0 1 0 0,1-1 0 0 0,-1 1 0 0 0,0-1 0 0 0,1 1 0 0 0,-1 0 0 0 0,1-1-1 0 0,-1 1 1 0 0,1-1 0 0 0,-1 1 0 0 0,1-1 0 0 0,-1 1 0 0 0,1-1 0 0 0,0 0-1 0 0,-1 1 1 0 0,1-1 0 0 0,0 0 0 0 0,-1 1 0 0 0,2-1 0 0 0,0 1 7 0 0,-1 0 0 0 0,0 0 1 0 0,0 1-1 0 0,0-1 0 0 0,0 0 1 0 0,0 0-1 0 0,0 1 1 0 0,-1-1-1 0 0,1 0 0 0 0,0 1 1 0 0,-1-1-1 0 0,1 1 0 0 0,-1-1 1 0 0,1 3-1 0 0,1 2 16 0 0,2 3-13 0 0,8 12-21 0 0,-12-20 12 0 0,1 0 0 0 0,0 0 0 0 0,0 0 0 0 0,0-1 0 0 0,0 1-1 0 0,0 0 1 0 0,0 0 0 0 0,0-1 0 0 0,0 1 0 0 0,0 0 0 0 0,0-1-1 0 0,0 1 1 0 0,1-1 0 0 0,-1 0 0 0 0,0 1 0 0 0,1-1 0 0 0,-1 0-4 0 0,-1 0 1 0 0,1-1 0 0 0,-1 1-1 0 0,1 0 1 0 0,-1-1 0 0 0,1 1-1 0 0,-1 0 1 0 0,1-1 0 0 0,-1 1-1 0 0,0-1 1 0 0,1 1 0 0 0,-1-1-1 0 0,0 1 1 0 0,1-1 0 0 0,-1 1-1 0 0,0-1 1 0 0,0 1 0 0 0,0-1-1 0 0,1 0 1 0 0,3-7-3 0 0,-4 8 2 0 0,0 0 0 0 0,0 0 0 0 0,0 0 0 0 0,0 0 0 0 0,0-1 0 0 0,0 1 0 0 0,0 0 0 0 0,1 0 0 0 0,-1 0 0 0 0,0 0 0 0 0,0 0 0 0 0,0 0 0 0 0,0 0 0 0 0,0 0 0 0 0,0 0 0 0 0,0 0 0 0 0,0 0 0 0 0,1 0 0 0 0,-1 0 0 0 0,0 0 0 0 0,0 0 0 0 0,0-1 0 0 0,0 1 0 0 0,0 0 0 0 0,0 0 0 0 0,0 0 0 0 0,1 0 0 0 0,-1 0 0 0 0,0 0 0 0 0,0 1 0 0 0,0-1 1 0 0,0 0-1 0 0,0 0 0 0 0,0 0 0 0 0,0 0 0 0 0,1 0 0 0 0,-1 0 0 0 0,0 0 0 0 0,0 0 0 0 0,0 0 0 0 0,0 0 0 0 0,0 0 0 0 0,0 0 0 0 0,0 0 0 0 0,0 0 0 0 0,0 0 0 0 0,1 1 0 0 0,3 7 0 0 0,-4-8 0 0 0,0 1 0 0 0,0-1 0 0 0,0 1 0 0 0,0-1 0 0 0,0 0 0 0 0,0 1 0 0 0,0-1 0 0 0,0 0 0 0 0,1 1 0 0 0,-1-1 0 0 0,0 0 0 0 0,0 1 0 0 0,0-1 0 0 0,1 0 0 0 0,-1 1 0 0 0,0-1 0 0 0,0 0 0 0 0,1 1 0 0 0,-1-1 0 0 0,0 0 0 0 0,1 0 0 0 0,-1 0 0 0 0,0 1 0 0 0,1-1 0 0 0,-1 0 0 0 0,0 0 0 0 0,1 0 0 0 0,-1 0 0 0 0,1 0 0 0 0,-1 1 0 0 0,0-1 0 0 0,1 0 0 0 0,-1 0 0 0 0,0 0 0 0 0,1 0 0 0 0,-1 0 0 0 0,1 0 0 0 0,-1 0 0 0 0,1-1 0 0 0,0 1 0 0 0,-1 1 0 0 0,1-1 0 0 0,-1 0 0 0 0,1 0 0 0 0,-1 1 0 0 0,1-1 0 0 0,-1 0 0 0 0,0 1 0 0 0,1-1 0 0 0,-1 0 0 0 0,1 1 0 0 0,-1-1 0 0 0,0 0 0 0 0,1 1 0 0 0,-1-1 0 0 0,0 1 0 0 0,0-1 0 0 0,1 1 0 0 0,-1-1 0 0 0,0 1 0 0 0,1 0 0 0 0,4 14 0 0 0,-3-12 0 0 0,-2-2 6 0 0,1 3-28 0 0,1 1-1 0 0,-1-1 1 0 0,1 0 0 0 0,0 0-1 0 0,0 0 1 0 0,1 0 0 0 0,-1 0-1 0 0,1-1 1 0 0,0 1 0 0 0,0-1-1 0 0,0 1 1 0 0,5 3 0 0 0,-1-2 148 0 0,-1-1-113 0 0,-1 0 0 0 0,0 0 0 0 0,0 1 0 0 0,0-1 0 0 0,4 7 0 0 0,8 9-13 0 0,0 0 0 0 0,1-1 0 0 0,2 0 0 0 0,31 22 0 0 0,-22-20 0 0 0,12 17 0 0 0,-41-38 0 0 0,18 15 0 0 0,-18-15 0 0 0,1 1 0 0 0,0-1 0 0 0,-1 0 0 0 0,1 1 0 0 0,-1-1 0 0 0,1 0 0 0 0,0 0 0 0 0,0 0 0 0 0,-1 1 0 0 0,1-1 0 0 0,0 0 0 0 0,-1 0 0 0 0,1 0 0 0 0,0 0 0 0 0,-1 0 0 0 0,1 0 0 0 0,0-1 0 0 0,-1 1 0 0 0,1 0 0 0 0,0 0 0 0 0,-1 0 0 0 0,1-1 0 0 0,0 1 0 0 0,-1 0 0 0 0,1-1 0 0 0,-1 1 0 0 0,2-1 0 0 0,-2 1 0 0 0,1 0 0 0 0,-1 0 0 0 0,1-1 0 0 0,-1 1 0 0 0,0 0 0 0 0,1 0 0 0 0,-1 0 0 0 0,1 0 0 0 0,-1 0 0 0 0,1 0 0 0 0,-1 0 0 0 0,1 0 0 0 0,-1 0 0 0 0,1 0 0 0 0,-1 0 0 0 0,1 0 0 0 0,-1 0 0 0 0,0 0 0 0 0,1 0 0 0 0,-1 1 0 0 0,1-1 0 0 0,-1 0 0 0 0,1 0 0 0 0,-1 1 0 0 0,1-1 0 0 0,13 10 0 0 0,-5-3 0 0 0,-7-5 3 0 0,0 0 0 0 0,1-1 0 0 0,-1 1 0 0 0,0 0 0 0 0,0 0 0 0 0,-1 0 0 0 0,1 1 0 0 0,0-1 0 0 0,-1 0 0 0 0,1 1 0 0 0,1 3 0 0 0,-2-3 1 0 0,1 0 0 0 0,0 0 0 0 0,0 0 0 0 0,0 0 0 0 0,1 0 0 0 0,3 4 0 0 0,-4-5-4 0 0,0 0 0 0 0,0 0 0 0 0,0 1 0 0 0,0-1 0 0 0,0 1 0 0 0,2 4 0 0 0,-3-5 0 0 0,0 0 0 0 0,0 0 0 0 0,0 0 0 0 0,0-1 0 0 0,0 1 0 0 0,1 0 0 0 0,-1-1 0 0 0,0 1 0 0 0,1-1 0 0 0,-1 0 0 0 0,1 1 0 0 0,0-1 0 0 0,0 0 0 0 0,3 2 0 0 0,5 6 0 0 0,-10-8 0 0 0,0 0 0 0 0,1-1 0 0 0,-1 1 0 0 0,0-1 0 0 0,1 1 0 0 0,-1 0 0 0 0,1-1 0 0 0,-1 1 0 0 0,1-1 0 0 0,-1 1 0 0 0,1-1 0 0 0,0 0 0 0 0,-1 1 0 0 0,1-1 0 0 0,0 1 0 0 0,-1-1 0 0 0,1 0 0 0 0,0 0 0 0 0,-1 1 0 0 0,1-1 0 0 0,0 0 0 0 0,-1 0 0 0 0,1 0 0 0 0,0 0 0 0 0,1 0 0 0 0,-2 0 0 0 0,1 0 0 0 0,-1 0 0 0 0,1 0 0 0 0,0 0 0 0 0,-1 0 0 0 0,1 0 0 0 0,-1 0 0 0 0,1 0 0 0 0,-1 0 0 0 0,1 1 0 0 0,-1-1 0 0 0,1 0 0 0 0,-1 0 0 0 0,1 0 0 0 0,-1 1 0 0 0,1-1 0 0 0,-1 0 0 0 0,1 1 0 0 0,-1-1 0 0 0,0 0 0 0 0,1 1 0 0 0,-1-1 0 0 0,1 1 0 0 0,-1-1 0 0 0,0 0 0 0 0,0 1 0 0 0,1-1 0 0 0,-1 1 0 0 0,0-1 0 0 0,0 1 0 0 0,1-1 0 0 0,-1 1 0 0 0,0 0 0 0 0,1 0 0 0 0,-1 0 0 0 0,1 0 0 0 0,-1-1 0 0 0,1 1 0 0 0,-1 0 0 0 0,1 0 0 0 0,0-1 0 0 0,-1 1 0 0 0,1-1 0 0 0,0 1 0 0 0,-1-1 0 0 0,1 1 0 0 0,1 0 0 0 0,-1 0 0 0 0,0-1 0 0 0,-1 0 0 0 0,1 1 0 0 0,-1-1 0 0 0,1 1 0 0 0,-1-1 0 0 0,1 1 0 0 0,-1-1 0 0 0,0 1 0 0 0,1 0 0 0 0,-1-1 0 0 0,0 1 0 0 0,1 0 0 0 0,-1-1 0 0 0,0 1 0 0 0,0 0 0 0 0,1-1 0 0 0,-1 1 0 0 0,0 1 0 0 0,3 17 0 0 0,-2-12 0 0 0,0-3 0 0 0,0 0 0 0 0,0-1 0 0 0,1 1 0 0 0,0 0 0 0 0,0-1 0 0 0,0 0 0 0 0,0 1 0 0 0,3 2 0 0 0,-1 0 0 0 0,-4-6 0 0 0,1 1 0 0 0,-1-1 0 0 0,1 1 0 0 0,-1-1 0 0 0,1 0 0 0 0,-1 1 0 0 0,1-1 0 0 0,-1 0 0 0 0,1 1 0 0 0,0-1 0 0 0,-1 0 0 0 0,1 0 0 0 0,-1 1 0 0 0,1-1 0 0 0,1 0 0 0 0,8 5 0 0 0,1 0 4 0 0,-11-5-5 0 0,1 0 0 0 0,0 0 0 0 0,-1 1 0 0 0,1-1 0 0 0,-1 0 1 0 0,1 0-1 0 0,0 1 0 0 0,-1-1 0 0 0,1 0 0 0 0,-1 0 0 0 0,1 1 0 0 0,-1-1 1 0 0,1 1-1 0 0,-1-1 0 0 0,1 0 0 0 0,-1 1 0 0 0,1-1 0 0 0,-1 1 0 0 0,0-1 1 0 0,1 1-1 0 0,-1-1 0 0 0,0 1 0 0 0,0 0 0 0 0,1 0 0 0 0,5 11-47 0 0,15 21 0 0 0,-14-23 70 0 0,0 0 0 0 0,7 17 0 0 0,-12-24-13 0 0,0 0 1 0 0,-1 0 0 0 0,1 0 0 0 0,1 0-1 0 0,-1 0 1 0 0,3 2 0 0 0,6 9-68 0 0,-3-1 136 0 0,10 24 0 0 0,-12-25-82 0 0,-1 0 1 0 0,2 0-1 0 0,11 16 1 0 0,-4-8 3 0 0,18 35 0 0 0,-32-54 0 0 0,18 29-70 0 0,1-2 1 0 0,43 50 0 0 0,-61-78 62 0 0,-1 1 0 0 0,0-1 0 0 0,1 1 0 0 0,-1-1 1 0 0,1 1-1 0 0,-1-1 0 0 0,0 0 0 0 0,1 1 0 0 0,-1-1 0 0 0,1 0 1 0 0,-1 1-1 0 0,1-1 0 0 0,0 0 0 0 0,-1 0 0 0 0,1 1 0 0 0,-1-1 1 0 0,1 0-1 0 0,-1 0 0 0 0,1 0 0 0 0,0 0 0 0 0,-1 0 0 0 0,1 0 1 0 0,-1 0-1 0 0,2 0 0 0 0,0 1 32 0 0,0 0 0 0 0,-1 0-1 0 0,1 0 1 0 0,-1 1 0 0 0,1-1 0 0 0,-1 1-1 0 0,1-1 1 0 0,-1 1 0 0 0,1-1 0 0 0,-1 1 0 0 0,1 1-1 0 0,5 6-14 0 0,-3-5-10 0 0,6 5 0 0 0,-10-9 0 0 0,1 0 0 0 0,-1 0 0 0 0,0 0 0 0 0,1 0 0 0 0,-1 0 0 0 0,0 0 0 0 0,1 0 0 0 0,-1 0 0 0 0,1 0 0 0 0,-1 0 0 0 0,1 0 0 0 0,-1 0 0 0 0,0 0 0 0 0,1 0 0 0 0,-1 0 0 0 0,1 0 0 0 0,-1 0 0 0 0,0 0 0 0 0,1-1 0 0 0,-1 1 0 0 0,0 0 0 0 0,1 0 0 0 0,-1 0 0 0 0,0-1 0 0 0,1 1 0 0 0,-1 0 0 0 0,0 0 0 0 0,1-1 0 0 0,-1 0 0 0 0,1 1 0 0 0,-1 0 1 0 0,0-1-1 0 0,1 1 1 0 0,-1 0-1 0 0,0-1 0 0 0,1 1 1 0 0,-1 0-1 0 0,1 0 1 0 0,-1-1-1 0 0,0 1 0 0 0,1 0 1 0 0,-1 0-1 0 0,1 0 1 0 0,-1 0-1 0 0,1 0 0 0 0,-1 0 1 0 0,1 0-1 0 0,-1-1 1 0 0,1 1-1 0 0,-1 0 0 0 0,1 1 1 0 0,-1-1-1 0 0,1 0 1 0 0,-1 0-1 0 0,0 0 0 0 0,1 0 1 0 0,-1 0-1 0 0,1 0 1 0 0,-1 1-1 0 0,1-1 0 0 0,-1 0 1 0 0,0 0-1 0 0,1 0 1 0 0,-1 1-1 0 0,1-1 0 0 0,-1 0 1 0 0,0 1-1 0 0,1-1 1 0 0,-1 0-1 0 0,0 1 0 0 0,1-1 1 0 0,-1 1-1 0 0,0-1 1 0 0,0 0-1 0 0,0 1 0 0 0,1-1 1 0 0,-1 1-1 0 0,0 0 1 0 0,12 29 47 0 0,-8-18-52 0 0,-3-8 4 0 0,1 0 0 0 0,0 0 0 0 0,0 0 0 0 0,0-1 0 0 0,0 1 0 0 0,1-1 0 0 0,-1 1 0 0 0,1-1 0 0 0,5 5 0 0 0,-3-14 0 0 0,-2 2 0 0 0,0 6 0 0 0,20 69-224 0 0,-23-71 225 0 0,0 0 1 0 0,0 0-1 0 0,1 1 1 0 0,-1-1 0 0 0,0 0-1 0 0,0 1 1 0 0,0-1 0 0 0,0 0-1 0 0,0 0 1 0 0,0 1-1 0 0,0-1 1 0 0,0 0 0 0 0,1 0-1 0 0,-1 1 1 0 0,0-1-1 0 0,0 0 1 0 0,0 0 0 0 0,1 1-1 0 0,-1-1 1 0 0,0 0-1 0 0,0 0 1 0 0,1 0 0 0 0,-1 0-1 0 0,0 1 1 0 0,0-1-1 0 0,1 0 1 0 0,-1 0 0 0 0,0 0-1 0 0,0 0 1 0 0,1 0-1 0 0,-1 0 1 0 0,0 0 0 0 0,1 0-1 0 0,-1 0 1 0 0,1 0-1 0 0,-1 0-3 0 0,0 0 0 0 0,1 0 0 0 0,-1 0 0 0 0,0 0 0 0 0,1 0 0 0 0,-1 1 0 0 0,0-1 0 0 0,1 0 0 0 0,-1 0-1 0 0,0 0 1 0 0,1 0 0 0 0,-1 0 0 0 0,0 1 0 0 0,0-1 0 0 0,1 0 0 0 0,-1 0 0 0 0,0 0 0 0 0,0 1-1 0 0,1-1 1 0 0,-1 0 0 0 0,0 0 0 0 0,0 1 0 0 0,1-1 0 0 0,-1 0 0 0 0,0 0 0 0 0,0 1 0 0 0,0-1-1 0 0,0 0 1 0 0,0 1 0 0 0,0-1 0 0 0,1 0 0 0 0,-1 1 0 0 0,0-1 0 0 0,0 1 0 0 0,12 34 2 0 0,5 17 64 0 0,-14-32-64 0 0,-2-4 0 0 0,4 12 0 0 0,3 9 0 0 0,2 5-96 0 0,-5-27 96 0 0,6 12-12 0 0,3 4-48 0 0,-4-12 60 0 0,1 7-72 0 0,-8-20 46 0 0,0 0 0 0 0,0 0 0 0 0,-1 0 0 0 0,4 11 0 0 0,4 13 129 0 0,-3-10 1 0 0,-2-11-125 0 0,0 0-1 0 0,-1 0 1 0 0,3 10 0 0 0,-5-14 13 0 0,27 96 80 0 0,-20-67-336 0 0,-9-32 263 0 0,1-2 0 0 0,1-5 13 0 0,1 7 31 0 0,9 11-18 0 0,-8-7 34 0 0,-4 2 1182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31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12 144 11634 0 0,'-1'0'70'0'0,"1"1"-1"0"0,0-1 0 0 0,0 0 0 0 0,-1 0 0 0 0,1 0 0 0 0,0 0 0 0 0,-1 1 0 0 0,1-1 0 0 0,0 0 0 0 0,-1 0 0 0 0,1 0 0 0 0,0 0 0 0 0,-1 0 0 0 0,1 0 0 0 0,0 0 0 0 0,0 0 0 0 0,-1 0 0 0 0,1 0 0 0 0,0 0 0 0 0,-1 0 0 0 0,1 0 0 0 0,0 0 0 0 0,-1 0 0 0 0,1-1 0 0 0,0 1 0 0 0,-1 0 0 0 0,1 0 0 0 0,0 0 0 0 0,0 0 0 0 0,-1-1 0 0 0,1 1 0 0 0,0 0 0 0 0,0 0 0 0 0,-1 0 0 0 0,1-1 0 0 0,0 1 0 0 0,0-1 0 0 0,0-11 1485 0 0,1 11-1488 0 0,-1 1 1 0 0,0-1-1 0 0,0 0 1 0 0,1 0-1 0 0,-1 0 0 0 0,0 1 1 0 0,0-1-1 0 0,0 0 0 0 0,0 0 1 0 0,0 0-1 0 0,0 1 1 0 0,-1-1-1 0 0,1 0 0 0 0,0 0 1 0 0,0 0-1 0 0,-1-1 1 0 0,4 12 998 0 0,-3-7-824 0 0,1 0 0 0 0,-1 0 0 0 0,1 0 0 0 0,0 0 0 0 0,2 5 0 0 0,28 23 1399 0 0,39 52-765 0 0,-67-80-844 0 0,0 0-1 0 0,0-1 1 0 0,0 1-1 0 0,1-1 1 0 0,-1 0-1 0 0,0 1 1 0 0,1-2-1 0 0,0 1 1 0 0,6 2-1 0 0,-9-4-28 0 0,-1 0-1 0 0,1 0 0 0 0,0-1 0 0 0,-1 1 1 0 0,1 0-1 0 0,-1 0 0 0 0,1-1 0 0 0,0 1 1 0 0,-1 0-1 0 0,1-1 0 0 0,-1 1 0 0 0,1 0 1 0 0,-1-1-1 0 0,1 1 0 0 0,-1-1 0 0 0,1 1 1 0 0,-1-1-1 0 0,1 1 0 0 0,-1-1 1 0 0,0 1-1 0 0,1-1 0 0 0,-1 0 0 0 0,0 1 1 0 0,0-1-1 0 0,1 1 0 0 0,-1-1 0 0 0,0 0 1 0 0,4-19-55 0 0,-4 18 60 0 0,1-6-7 0 0,0 10 0 0 0,-1-1 0 0 0,0-1 0 0 0,0 0 0 0 0,0 1 0 0 0,0-1 0 0 0,0 0 0 0 0,0 1 0 0 0,1-1 0 0 0,-1 0 0 0 0,0 1 0 0 0,0-1 0 0 0,0 0 0 0 0,0 1 0 0 0,1-1 0 0 0,-1 0 0 0 0,0 1 0 0 0,0-1 0 0 0,0 0 0 0 0,1 1 0 0 0,-1-1 0 0 0,0 0 0 0 0,1 0 0 0 0,-1 1 0 0 0,1-2 19 0 0,0-1-1 0 0,-1 1 1 0 0,1 0 0 0 0,-1-1 0 0 0,1 1 0 0 0,-1-1 0 0 0,1 1-1 0 0,-1-1 1 0 0,0 1 0 0 0,0-1 0 0 0,0 1 0 0 0,0-1-1 0 0,0-1 1 0 0,0 3-18 0 0,-2-63 515 0 0,0 38-565 0 0,1 0 1 0 0,2 0-1 0 0,3-27 0 0 0,-1 41-388 0 0,1-9 210 0 0,-5 8-8664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2/25/2026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79DCCC-EBE2-44AD-8EA0-6F319820E96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6223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Backward branches are usually taken (loops)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79DCCC-EBE2-44AD-8EA0-6F319820E96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345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12" Type="http://schemas.openxmlformats.org/officeDocument/2006/relationships/customXml" Target="../ink/ink5.xml"/><Relationship Id="rId17" Type="http://schemas.openxmlformats.org/officeDocument/2006/relationships/image" Target="../media/image25.png"/><Relationship Id="rId2" Type="http://schemas.openxmlformats.org/officeDocument/2006/relationships/image" Target="../media/image18.png"/><Relationship Id="rId16" Type="http://schemas.openxmlformats.org/officeDocument/2006/relationships/customXml" Target="../ink/ink7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2.xml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5" Type="http://schemas.openxmlformats.org/officeDocument/2006/relationships/image" Target="../media/image24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21.png"/><Relationship Id="rId14" Type="http://schemas.openxmlformats.org/officeDocument/2006/relationships/customXml" Target="../ink/ink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66C2A-CA34-4E01-AD5C-78E835848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Microprogramming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F07FB-2B66-45BE-B34D-AC1A7E92D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6DBEC6-862C-44B4-B6E4-A872E69D35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2667000"/>
            <a:ext cx="7772400" cy="312420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Pain points for hardwired FSM control</a:t>
            </a:r>
          </a:p>
          <a:p>
            <a:r>
              <a:rPr lang="en-US" dirty="0"/>
              <a:t>State explosion for rich ISAs</a:t>
            </a:r>
          </a:p>
          <a:p>
            <a:r>
              <a:rPr lang="en-US" dirty="0"/>
              <a:t>Difficult to modify / extend instruction set in a modular fashion</a:t>
            </a:r>
          </a:p>
          <a:p>
            <a:r>
              <a:rPr lang="en-US" dirty="0"/>
              <a:t>Difficult verification (verify everything after any modification</a:t>
            </a:r>
          </a:p>
          <a:p>
            <a:r>
              <a:rPr lang="en-US" dirty="0"/>
              <a:t>Irregular structure – difficult to optimize in silicon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F6149F9-AC43-B143-FA9F-C4BBA38720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598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6199D-6238-4C0E-B579-342DDB23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629400" cy="1195386"/>
          </a:xfrm>
        </p:spPr>
        <p:txBody>
          <a:bodyPr/>
          <a:lstStyle/>
          <a:p>
            <a:r>
              <a:rPr lang="en-US" dirty="0"/>
              <a:t>A computer inside the computer – making control itself a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EBEDE-B459-4B37-B01E-8D82C671E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Break up instruction processing into </a:t>
            </a:r>
            <a:r>
              <a:rPr lang="en-US" i="1" dirty="0"/>
              <a:t>microinstructions</a:t>
            </a:r>
            <a:endParaRPr lang="en-US" dirty="0"/>
          </a:p>
          <a:p>
            <a:r>
              <a:rPr lang="en-US" dirty="0"/>
              <a:t>Several microinstructions </a:t>
            </a:r>
            <a:r>
              <a:rPr lang="en-US" dirty="0">
                <a:sym typeface="Wingdings" panose="05000000000000000000" pitchFamily="2" charset="2"/>
              </a:rPr>
              <a:t> single instruction</a:t>
            </a:r>
          </a:p>
          <a:p>
            <a:r>
              <a:rPr lang="en-US" dirty="0">
                <a:sym typeface="Wingdings" panose="05000000000000000000" pitchFamily="2" charset="2"/>
              </a:rPr>
              <a:t>FSM State  microinstruction</a:t>
            </a:r>
          </a:p>
          <a:p>
            <a:r>
              <a:rPr lang="en-US" dirty="0">
                <a:sym typeface="Wingdings" panose="05000000000000000000" pitchFamily="2" charset="2"/>
              </a:rPr>
              <a:t>Control signals for each microinstruction stored in ROM</a:t>
            </a:r>
          </a:p>
          <a:p>
            <a:r>
              <a:rPr lang="en-US" dirty="0"/>
              <a:t>µPC (Micro-Program Counter): Points to the current micro-instruction</a:t>
            </a:r>
          </a:p>
          <a:p>
            <a:r>
              <a:rPr lang="en-US" dirty="0"/>
              <a:t>Address Select Logic: Decides the next µPC (state transition in our FSM)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575471-E449-4068-B307-B037EA274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DD8FD825-8547-4437-DB1C-EA4949BC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29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C3DC-F384-5322-E88A-FF4562B67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50" y="277671"/>
            <a:ext cx="5452110" cy="790420"/>
          </a:xfrm>
        </p:spPr>
        <p:txBody>
          <a:bodyPr>
            <a:noAutofit/>
          </a:bodyPr>
          <a:lstStyle/>
          <a:p>
            <a:r>
              <a:rPr lang="en-US" dirty="0"/>
              <a:t>Microprogramming – </a:t>
            </a:r>
            <a:r>
              <a:rPr lang="en-US" dirty="0" err="1"/>
              <a:t>datapath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F819-8B30-A34D-7BCA-CF118A7E8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9C3B05-9FB8-D933-1748-2E3F0E8DD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371600"/>
            <a:ext cx="8668424" cy="5136365"/>
          </a:xfrm>
          <a:prstGeom prst="rect">
            <a:avLst/>
          </a:prstGeom>
        </p:spPr>
      </p:pic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A382A41-2180-A4F3-BB6B-CD62B631D1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257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7ADCE-A6D4-4A75-692E-D39D2B1DC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Microprogramming –</a:t>
            </a:r>
            <a:br>
              <a:rPr lang="en-US" dirty="0"/>
            </a:br>
            <a:r>
              <a:rPr lang="en-US" dirty="0"/>
              <a:t>control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F101B-B7FB-A4E3-71BF-C2604B205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</a:t>
            </a:fld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316549-946D-4BD2-099B-3050DF5591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43666" y="1211502"/>
            <a:ext cx="4900334" cy="2903631"/>
          </a:xfrm>
          <a:prstGeom prst="rect">
            <a:avLst/>
          </a:prstGeom>
        </p:spPr>
      </p:pic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FB476FBA-A198-3196-51E0-7FC2E3526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471601"/>
              </p:ext>
            </p:extLst>
          </p:nvPr>
        </p:nvGraphicFramePr>
        <p:xfrm>
          <a:off x="70752" y="4255602"/>
          <a:ext cx="9002496" cy="22213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145">
                  <a:extLst>
                    <a:ext uri="{9D8B030D-6E8A-4147-A177-3AD203B41FA5}">
                      <a16:colId xmlns:a16="http://schemas.microsoft.com/office/drawing/2014/main" val="3409475837"/>
                    </a:ext>
                  </a:extLst>
                </a:gridCol>
                <a:gridCol w="876067">
                  <a:extLst>
                    <a:ext uri="{9D8B030D-6E8A-4147-A177-3AD203B41FA5}">
                      <a16:colId xmlns:a16="http://schemas.microsoft.com/office/drawing/2014/main" val="3145596914"/>
                    </a:ext>
                  </a:extLst>
                </a:gridCol>
                <a:gridCol w="383572">
                  <a:extLst>
                    <a:ext uri="{9D8B030D-6E8A-4147-A177-3AD203B41FA5}">
                      <a16:colId xmlns:a16="http://schemas.microsoft.com/office/drawing/2014/main" val="2588116087"/>
                    </a:ext>
                  </a:extLst>
                </a:gridCol>
                <a:gridCol w="510017">
                  <a:extLst>
                    <a:ext uri="{9D8B030D-6E8A-4147-A177-3AD203B41FA5}">
                      <a16:colId xmlns:a16="http://schemas.microsoft.com/office/drawing/2014/main" val="426977723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10849297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87081511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16847916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39766772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26556165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2316052155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53818928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0807453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6434559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8352807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1738407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36024512"/>
                    </a:ext>
                  </a:extLst>
                </a:gridCol>
                <a:gridCol w="375095">
                  <a:extLst>
                    <a:ext uri="{9D8B030D-6E8A-4147-A177-3AD203B41FA5}">
                      <a16:colId xmlns:a16="http://schemas.microsoft.com/office/drawing/2014/main" val="556831134"/>
                    </a:ext>
                  </a:extLst>
                </a:gridCol>
              </a:tblGrid>
              <a:tr h="211202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State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Pseudocode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IRLd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RegSel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RegWr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ALd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BLd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ALUop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ALUen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MALd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MemWr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MemEn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ImmSel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ImmEn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mBr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Nxt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602937028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PC-&gt;MA, A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N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709571622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Mem-&gt;IR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260935910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F2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ALU-&gt;PC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INC_A_4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875999785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R[t1]-&gt;A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405993172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R[t2]-&gt;B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820389711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ADD2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ALU-&gt;R[t0]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508656455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ADD3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GOTO F0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F0</a:t>
                      </a:r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63392382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F7A7ACF-EFDE-748F-01A0-94D21D1AE3ED}"/>
              </a:ext>
            </a:extLst>
          </p:cNvPr>
          <p:cNvSpPr txBox="1"/>
          <p:nvPr/>
        </p:nvSpPr>
        <p:spPr>
          <a:xfrm>
            <a:off x="0" y="1404878"/>
            <a:ext cx="490033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Controller is a state machine (FSM), with transitions defined as:</a:t>
            </a:r>
          </a:p>
          <a:p>
            <a:r>
              <a:rPr lang="en-US" dirty="0"/>
              <a:t>N: go to next state</a:t>
            </a:r>
          </a:p>
          <a:p>
            <a:r>
              <a:rPr lang="en-US" dirty="0"/>
              <a:t>S: do nothing (if ‘busy?’ is asserted) else next state</a:t>
            </a:r>
          </a:p>
          <a:p>
            <a:r>
              <a:rPr lang="en-US" dirty="0"/>
              <a:t>D: check opcode and </a:t>
            </a:r>
            <a:r>
              <a:rPr lang="en-US" dirty="0" err="1"/>
              <a:t>func</a:t>
            </a:r>
            <a:r>
              <a:rPr lang="en-US" dirty="0"/>
              <a:t> and go to correct state</a:t>
            </a:r>
          </a:p>
          <a:p>
            <a:r>
              <a:rPr lang="en-US" dirty="0"/>
              <a:t>J: Jump to a particular state</a:t>
            </a:r>
          </a:p>
          <a:p>
            <a:r>
              <a:rPr lang="en-US" dirty="0"/>
              <a:t>EZ, NZ: Jump if condition true else next state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C5C158-F14B-48DF-B344-54B066453DBE}"/>
              </a:ext>
            </a:extLst>
          </p:cNvPr>
          <p:cNvSpPr txBox="1"/>
          <p:nvPr/>
        </p:nvSpPr>
        <p:spPr>
          <a:xfrm>
            <a:off x="0" y="3877649"/>
            <a:ext cx="4594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</a:rPr>
              <a:t>Example: add t0 t1 t2</a:t>
            </a:r>
            <a:endParaRPr lang="en-US" dirty="0">
              <a:solidFill>
                <a:srgbClr val="FFC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41A81E1-CB4C-4CE7-9D63-8900A34DA3A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b="90728"/>
          <a:stretch/>
        </p:blipFill>
        <p:spPr>
          <a:xfrm>
            <a:off x="52023" y="4255603"/>
            <a:ext cx="9045266" cy="21319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EC9EA79-B4D8-4C68-B472-3D02F83E33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1" b="77160"/>
          <a:stretch/>
        </p:blipFill>
        <p:spPr>
          <a:xfrm>
            <a:off x="55855" y="4264225"/>
            <a:ext cx="9045266" cy="5251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C096862-7F08-4FBD-A60A-6473F4F7F3A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1" b="66356"/>
          <a:stretch/>
        </p:blipFill>
        <p:spPr>
          <a:xfrm>
            <a:off x="59687" y="4255601"/>
            <a:ext cx="9045266" cy="77359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0255B4D-628A-4C1A-8F0B-A26012D03EA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2" b="3393"/>
          <a:stretch/>
        </p:blipFill>
        <p:spPr>
          <a:xfrm>
            <a:off x="70752" y="4264225"/>
            <a:ext cx="9045266" cy="2221397"/>
          </a:xfrm>
          <a:prstGeom prst="rect">
            <a:avLst/>
          </a:prstGeom>
        </p:spPr>
      </p:pic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3258CD4-FA23-7357-7DC0-CAFD58FE90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1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9C2A2-E746-46D0-87A1-A23D83A7E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Horizontal vs vertical microcode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08A63-9767-416E-9B77-A218310F5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Horizontal microcode:</a:t>
            </a:r>
          </a:p>
          <a:p>
            <a:r>
              <a:rPr lang="en-US" dirty="0"/>
              <a:t>One bit per signal (one-hot encoding in control word)</a:t>
            </a:r>
          </a:p>
          <a:p>
            <a:r>
              <a:rPr lang="en-US" dirty="0"/>
              <a:t>Wide control word</a:t>
            </a:r>
          </a:p>
          <a:p>
            <a:r>
              <a:rPr lang="en-US" dirty="0"/>
              <a:t>No decoding required</a:t>
            </a:r>
          </a:p>
          <a:p>
            <a:r>
              <a:rPr lang="en-US" dirty="0"/>
              <a:t>Example: 16 different </a:t>
            </a:r>
            <a:r>
              <a:rPr lang="en-US" dirty="0" err="1"/>
              <a:t>alu</a:t>
            </a:r>
            <a:r>
              <a:rPr lang="en-US" dirty="0"/>
              <a:t> operations will have 16 bits in the control word</a:t>
            </a:r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Vertical microcode:</a:t>
            </a:r>
          </a:p>
          <a:p>
            <a:r>
              <a:rPr lang="en-US" dirty="0"/>
              <a:t>Signals are grouped into fields</a:t>
            </a:r>
          </a:p>
          <a:p>
            <a:r>
              <a:rPr lang="en-US" dirty="0"/>
              <a:t>Requires decoder between ROM and </a:t>
            </a:r>
            <a:r>
              <a:rPr lang="en-US" dirty="0" err="1"/>
              <a:t>datapath</a:t>
            </a:r>
            <a:endParaRPr lang="en-US" dirty="0"/>
          </a:p>
          <a:p>
            <a:r>
              <a:rPr lang="en-US" dirty="0"/>
              <a:t>Example: 16 different </a:t>
            </a:r>
            <a:r>
              <a:rPr lang="en-US" dirty="0" err="1"/>
              <a:t>alu</a:t>
            </a:r>
            <a:r>
              <a:rPr lang="en-US" dirty="0"/>
              <a:t> ops encoded in 4-bits in control word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D22E3-52C0-483F-A7FE-2B6BFB310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9AE4983-FA7F-4DB3-E9D7-911348886E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726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9542-6697-4D04-884C-BD9D62FF5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</a:t>
            </a:r>
            <a:r>
              <a:rPr lang="en-US" dirty="0" err="1"/>
              <a:t>microcoding</a:t>
            </a:r>
            <a:r>
              <a:rPr lang="en-US" dirty="0"/>
              <a:t> relevant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872B4-7C4B-4F5C-B346-C9E6733F7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CISC legacy: modern Intel/AMD processors are CISC outside, RISC inside</a:t>
            </a:r>
          </a:p>
          <a:p>
            <a:pPr lvl="1"/>
            <a:r>
              <a:rPr lang="en-US" dirty="0"/>
              <a:t>Provide complex instructions in ISA, which are actually decoded into simpler RISC-like microoperation sequences</a:t>
            </a:r>
          </a:p>
          <a:p>
            <a:r>
              <a:rPr lang="en-US" dirty="0"/>
              <a:t>Patching hardware bugs: updates distributed via BIOS/OS upgrades to modify ROM (also called WCS – writable control store) to fix bugs</a:t>
            </a:r>
          </a:p>
          <a:p>
            <a:pPr lvl="1"/>
            <a:r>
              <a:rPr lang="en-US" dirty="0" err="1"/>
              <a:t>Spectre</a:t>
            </a:r>
            <a:r>
              <a:rPr lang="en-US" dirty="0"/>
              <a:t> / meltdown mitigations from Intel</a:t>
            </a:r>
          </a:p>
          <a:p>
            <a:r>
              <a:rPr lang="en-US" dirty="0"/>
              <a:t>Managing complex system-level algorithms</a:t>
            </a:r>
          </a:p>
          <a:p>
            <a:pPr lvl="1"/>
            <a:r>
              <a:rPr lang="en-US" dirty="0"/>
              <a:t>Boot sequences, frequency scaling and power management</a:t>
            </a:r>
          </a:p>
          <a:p>
            <a:r>
              <a:rPr lang="en-US" dirty="0"/>
              <a:t>Hybrid designs: Fast frequent path (hardwired and pipelined) + slow rare path (complex and </a:t>
            </a:r>
            <a:r>
              <a:rPr lang="en-US" dirty="0" err="1"/>
              <a:t>microcoded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914484-F556-4A96-9A5A-7B0C26A02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DA22CF2-6854-FBA1-1ED5-F9818A0D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776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6A3F3-2CA3-8D1A-5536-357C75131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things faster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42BD4-797F-1AA5-2764-BC6AC6CBE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Faster clocks</a:t>
            </a:r>
          </a:p>
          <a:p>
            <a:pPr lvl="1"/>
            <a:r>
              <a:rPr lang="en-US" dirty="0"/>
              <a:t>Device speeds</a:t>
            </a:r>
          </a:p>
          <a:p>
            <a:pPr lvl="1"/>
            <a:r>
              <a:rPr lang="en-US" dirty="0"/>
              <a:t>Datapath capacitance</a:t>
            </a:r>
          </a:p>
          <a:p>
            <a:pPr lvl="1"/>
            <a:r>
              <a:rPr lang="en-US" dirty="0"/>
              <a:t>Clock skew</a:t>
            </a:r>
          </a:p>
          <a:p>
            <a:pPr lvl="1"/>
            <a:r>
              <a:rPr lang="en-US" dirty="0"/>
              <a:t>Power consumption and thermal limit</a:t>
            </a:r>
          </a:p>
          <a:p>
            <a:r>
              <a:rPr lang="en-US" dirty="0"/>
              <a:t>Faster devices</a:t>
            </a:r>
          </a:p>
          <a:p>
            <a:pPr lvl="1"/>
            <a:r>
              <a:rPr lang="en-IN" dirty="0"/>
              <a:t>Physical limits (electrons have finite velocity)</a:t>
            </a:r>
          </a:p>
          <a:p>
            <a:pPr lvl="1"/>
            <a:r>
              <a:rPr lang="en-IN" dirty="0"/>
              <a:t>Memory is inherently very slow!</a:t>
            </a:r>
          </a:p>
          <a:p>
            <a:r>
              <a:rPr lang="en-IN" dirty="0"/>
              <a:t>Parallelize instructions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0ABD3-7205-E050-897B-D08F3269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2CA7FC3-1BE6-ACBD-0C78-2DDDA8385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449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FC658-A3E8-2536-00F1-50771A3CE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multi-cycle processors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4782F-8224-745F-F8CB-36C3361C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7FB0D-8C4F-F5BE-4C01-E0D207122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0C559C-E30F-8A37-C7A5-1445949A48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612" b="1523"/>
          <a:stretch/>
        </p:blipFill>
        <p:spPr>
          <a:xfrm>
            <a:off x="241149" y="1765935"/>
            <a:ext cx="4444033" cy="2486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48ABB3-2D89-8407-1CDD-F822EA50B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180" y="1831498"/>
            <a:ext cx="4229690" cy="2286319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B7DC311-57D1-0B8F-499D-CA0393078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4349632"/>
            <a:ext cx="8724225" cy="1898768"/>
          </a:xfrm>
        </p:spPr>
        <p:txBody>
          <a:bodyPr/>
          <a:lstStyle/>
          <a:p>
            <a:r>
              <a:rPr lang="en-US" sz="2400" dirty="0"/>
              <a:t>Does not change the latency of individual instructions</a:t>
            </a:r>
          </a:p>
          <a:p>
            <a:r>
              <a:rPr lang="en-US" sz="2400" dirty="0"/>
              <a:t>Increases the throughput of instructions</a:t>
            </a:r>
          </a:p>
          <a:p>
            <a:r>
              <a:rPr lang="en-US" sz="2400" dirty="0"/>
              <a:t>Speedup </a:t>
            </a:r>
            <a:r>
              <a:rPr lang="el-GR" sz="2400" dirty="0"/>
              <a:t>∝</a:t>
            </a:r>
            <a:r>
              <a:rPr lang="en-US" sz="2400" dirty="0"/>
              <a:t> #stages</a:t>
            </a:r>
          </a:p>
          <a:p>
            <a:r>
              <a:rPr lang="en-US" sz="2400" dirty="0"/>
              <a:t>Rate limited by slowest stage</a:t>
            </a:r>
          </a:p>
        </p:txBody>
      </p:sp>
    </p:spTree>
    <p:extLst>
      <p:ext uri="{BB962C8B-B14F-4D97-AF65-F5344CB8AC3E}">
        <p14:creationId xmlns:p14="http://schemas.microsoft.com/office/powerpoint/2010/main" val="2477014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CD59F-4B86-DA75-52B0-5E3FD7FB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RISC-V processor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112DF-BD82-468D-6A85-47C86606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1446-EB69-E9F2-6259-A78D70F7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9AF58F-EA7D-7A57-5C2D-9907E9109C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600" y="1505612"/>
            <a:ext cx="8647827" cy="482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997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0E343-C9B0-6137-E67E-CBEBA5E68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control?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67459-7D49-DB90-976B-81F1B5720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modify the control circuit from the single cycle control?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Pipeline</a:t>
            </a:r>
            <a:br>
              <a:rPr lang="en-US" dirty="0"/>
            </a:br>
            <a:r>
              <a:rPr lang="en-US" dirty="0"/>
              <a:t>control</a:t>
            </a:r>
            <a:br>
              <a:rPr lang="en-US" dirty="0"/>
            </a:br>
            <a:r>
              <a:rPr lang="en-US" dirty="0"/>
              <a:t>bits!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75BFF6-1DCB-FA3F-9386-338D00A6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B4B1EFB-D648-A8D7-2000-C37DBBC849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370119-C2F6-7450-F869-F743CD60A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1114" y="2514600"/>
            <a:ext cx="6912386" cy="385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419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1187-F125-67D0-E4BE-0A4039CA8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</a:t>
            </a:r>
            <a:r>
              <a:rPr lang="en-US" dirty="0" err="1"/>
              <a:t>datapath</a:t>
            </a:r>
            <a:r>
              <a:rPr lang="en-US" dirty="0"/>
              <a:t> and control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3CCBE13-FF4F-9854-0ECC-2664C6AC9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 trans="5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2400" y="1513399"/>
            <a:ext cx="8839200" cy="48805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8D89EB-2DF1-71E4-CD5C-E9986CEA5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382E28-74AC-31C7-2628-52B3C11FCD7D}"/>
              </a:ext>
            </a:extLst>
          </p:cNvPr>
          <p:cNvSpPr txBox="1"/>
          <p:nvPr/>
        </p:nvSpPr>
        <p:spPr>
          <a:xfrm>
            <a:off x="4724400" y="1274243"/>
            <a:ext cx="44196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dirty="0">
                <a:solidFill>
                  <a:srgbClr val="FF0000"/>
                </a:solidFill>
              </a:rPr>
              <a:t>What problems do you see here?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57F0CFA-E06B-262D-1617-BEDA17B2CA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940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33A02-FC6C-A0A8-0477-75D0D368D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hazards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42703-A6C6-4F6F-2F81-3E5915C82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A hazard is a situation that prevents starting the next instruction in the next clock cycle</a:t>
            </a:r>
          </a:p>
          <a:p>
            <a:pPr>
              <a:buAutoNum type="arabicParenR"/>
            </a:pPr>
            <a:r>
              <a:rPr lang="en-US" sz="2800" dirty="0">
                <a:solidFill>
                  <a:srgbClr val="FFC000"/>
                </a:solidFill>
              </a:rPr>
              <a:t>Structural hazard</a:t>
            </a:r>
          </a:p>
          <a:p>
            <a:pPr lvl="1"/>
            <a:r>
              <a:rPr lang="en-US" sz="2400" dirty="0"/>
              <a:t>A required resource is busy</a:t>
            </a:r>
          </a:p>
          <a:p>
            <a:pPr lvl="1"/>
            <a:r>
              <a:rPr lang="en-US" sz="2400" dirty="0"/>
              <a:t>(e.g. needed in multiple stages)</a:t>
            </a:r>
          </a:p>
          <a:p>
            <a:pPr>
              <a:buAutoNum type="arabicParenR"/>
            </a:pPr>
            <a:r>
              <a:rPr lang="en-US" sz="2800" dirty="0">
                <a:solidFill>
                  <a:srgbClr val="FFC000"/>
                </a:solidFill>
              </a:rPr>
              <a:t>Data hazard</a:t>
            </a:r>
          </a:p>
          <a:p>
            <a:pPr lvl="1"/>
            <a:r>
              <a:rPr lang="en-US" sz="2400" dirty="0"/>
              <a:t>Data dependency between instructions</a:t>
            </a:r>
          </a:p>
          <a:p>
            <a:pPr lvl="1"/>
            <a:r>
              <a:rPr lang="en-US" sz="2400" dirty="0"/>
              <a:t>Need to wait for previous instruction to complete its data write</a:t>
            </a:r>
          </a:p>
          <a:p>
            <a:pPr>
              <a:buAutoNum type="arabicParenR"/>
            </a:pPr>
            <a:r>
              <a:rPr lang="en-US" sz="2800" dirty="0">
                <a:solidFill>
                  <a:srgbClr val="FFC000"/>
                </a:solidFill>
              </a:rPr>
              <a:t>Control hazard</a:t>
            </a:r>
          </a:p>
          <a:p>
            <a:pPr lvl="1"/>
            <a:r>
              <a:rPr lang="en-US" sz="2400" dirty="0"/>
              <a:t>Flow of execution depends on previous instruction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BB736-11D8-F6CC-49C1-4C66FA6E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89318-C15E-6999-C6EB-C88BB3B6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37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463D6-A5E6-065A-4267-2CDD84FEE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hazard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8500F-3712-B7D2-E245-863E10584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533" y="1459583"/>
            <a:ext cx="2871510" cy="4943392"/>
          </a:xfrm>
        </p:spPr>
        <p:txBody>
          <a:bodyPr>
            <a:noAutofit/>
          </a:bodyPr>
          <a:lstStyle/>
          <a:p>
            <a:r>
              <a:rPr lang="en-US" sz="2000" dirty="0"/>
              <a:t>Problem: Two or more instructions in the pipeline compete for access to a single physical resource</a:t>
            </a:r>
          </a:p>
          <a:p>
            <a:r>
              <a:rPr lang="en-US" sz="2000" dirty="0"/>
              <a:t>Solution 1: Instructions take turns using resource, some instructions have to stall (wait)</a:t>
            </a:r>
          </a:p>
          <a:p>
            <a:r>
              <a:rPr lang="en-US" sz="2000" dirty="0"/>
              <a:t>Solution 2: Add more hardware to machine</a:t>
            </a:r>
          </a:p>
          <a:p>
            <a:r>
              <a:rPr lang="en-US" sz="2000" dirty="0"/>
              <a:t>Can always solve a structural hazard by adding more hardware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26339-BD98-F827-0D43-63EE41248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62514-3A4E-C29C-920F-0586AEAFE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61C9C-E614-9CBC-2BAE-4C280B397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9043" y="1579322"/>
            <a:ext cx="3733800" cy="226981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5432F2-62F4-A922-1842-036EEC8C7022}"/>
              </a:ext>
            </a:extLst>
          </p:cNvPr>
          <p:cNvSpPr txBox="1"/>
          <p:nvPr/>
        </p:nvSpPr>
        <p:spPr>
          <a:xfrm>
            <a:off x="6806564" y="1896070"/>
            <a:ext cx="23374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Multiple ports to the </a:t>
            </a:r>
            <a:r>
              <a:rPr lang="en-US" dirty="0" err="1"/>
              <a:t>regfile</a:t>
            </a:r>
            <a:r>
              <a:rPr lang="en-US" dirty="0"/>
              <a:t> solves the access problem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4E6A154-D5ED-5FA4-B172-5BA2F5506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415" y="3968874"/>
            <a:ext cx="3733799" cy="229129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AB4324-3CC0-035C-CB24-6DED2649E3F7}"/>
              </a:ext>
            </a:extLst>
          </p:cNvPr>
          <p:cNvSpPr txBox="1"/>
          <p:nvPr/>
        </p:nvSpPr>
        <p:spPr>
          <a:xfrm>
            <a:off x="6806565" y="3060680"/>
            <a:ext cx="23374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Is this a problem for Harvard or von Neuman architecture (or both)?</a:t>
            </a:r>
          </a:p>
          <a:p>
            <a:endParaRPr lang="en-US" dirty="0"/>
          </a:p>
          <a:p>
            <a:r>
              <a:rPr lang="en-US" dirty="0" err="1"/>
              <a:t>Soln</a:t>
            </a:r>
            <a:r>
              <a:rPr lang="en-US" dirty="0"/>
              <a:t>: Separate data and instruction caches</a:t>
            </a:r>
          </a:p>
          <a:p>
            <a:endParaRPr lang="en-US" dirty="0"/>
          </a:p>
          <a:p>
            <a:r>
              <a:rPr lang="en-US" dirty="0"/>
              <a:t>ISA designed to avoid multiple accesses</a:t>
            </a:r>
          </a:p>
        </p:txBody>
      </p:sp>
    </p:spTree>
    <p:extLst>
      <p:ext uri="{BB962C8B-B14F-4D97-AF65-F5344CB8AC3E}">
        <p14:creationId xmlns:p14="http://schemas.microsoft.com/office/powerpoint/2010/main" val="4013881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4922366-B05A-61C2-398D-CEECE9561EFE}"/>
              </a:ext>
            </a:extLst>
          </p:cNvPr>
          <p:cNvGrpSpPr/>
          <p:nvPr/>
        </p:nvGrpSpPr>
        <p:grpSpPr>
          <a:xfrm>
            <a:off x="2841441" y="1464049"/>
            <a:ext cx="5921559" cy="3700749"/>
            <a:chOff x="2841441" y="1464049"/>
            <a:chExt cx="5921559" cy="370074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F7C7CF1-2221-266A-D5DE-1DE59E6E5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" r="17410" b="-529"/>
            <a:stretch>
              <a:fillRect/>
            </a:stretch>
          </p:blipFill>
          <p:spPr>
            <a:xfrm>
              <a:off x="2841441" y="1464049"/>
              <a:ext cx="5159560" cy="364135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300C606-CD95-DD41-93FE-F11419095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14595" y="2903538"/>
              <a:ext cx="3348405" cy="226126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69AAB66-7D67-15C6-E864-827A2D021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C90681D-9ADB-9A6A-0188-3CAAC9CF0C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27599" t="15255" r="13066"/>
          <a:stretch/>
        </p:blipFill>
        <p:spPr>
          <a:xfrm>
            <a:off x="94575" y="1464049"/>
            <a:ext cx="3011805" cy="223742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C43D6-C103-542A-D3A6-CF6A6D60F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8CFCF-8205-BC7F-6CB8-5FFFBDEFF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15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41F6F8-CEC2-30D7-7364-8CCAF87619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0997"/>
          <a:stretch>
            <a:fillRect/>
          </a:stretch>
        </p:blipFill>
        <p:spPr>
          <a:xfrm>
            <a:off x="2841440" y="1464049"/>
            <a:ext cx="6247185" cy="10505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037BDD5-40E0-1C83-CAAC-852AD2B1CA8F}"/>
              </a:ext>
            </a:extLst>
          </p:cNvPr>
          <p:cNvSpPr txBox="1"/>
          <p:nvPr/>
        </p:nvSpPr>
        <p:spPr>
          <a:xfrm>
            <a:off x="152400" y="3926670"/>
            <a:ext cx="41000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</a:rPr>
              <a:t>RAW: Read After Write </a:t>
            </a:r>
            <a:r>
              <a:rPr lang="en-US" dirty="0"/>
              <a:t>(instruction tries to read before previous instruction has finished writing)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</a:rPr>
              <a:t>WAR: Write After Read </a:t>
            </a:r>
            <a:r>
              <a:rPr lang="en-US" dirty="0"/>
              <a:t>(instruction writes to a register before a previous instruction has read from it)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</a:rPr>
              <a:t>WAW: Write After Write </a:t>
            </a:r>
            <a:r>
              <a:rPr lang="en-US" dirty="0"/>
              <a:t>(instruction writes to a register before an earlier instruction writes to it)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7C58D4-998D-B653-EBE9-881AEDF63DBF}"/>
              </a:ext>
            </a:extLst>
          </p:cNvPr>
          <p:cNvSpPr/>
          <p:nvPr/>
        </p:nvSpPr>
        <p:spPr>
          <a:xfrm>
            <a:off x="6172200" y="3523861"/>
            <a:ext cx="381000" cy="228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12CA9C-B126-9270-E66B-BB7AC7DFBE6C}"/>
              </a:ext>
            </a:extLst>
          </p:cNvPr>
          <p:cNvSpPr/>
          <p:nvPr/>
        </p:nvSpPr>
        <p:spPr>
          <a:xfrm>
            <a:off x="6567196" y="3956179"/>
            <a:ext cx="381000" cy="228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CC1445-8308-0C4B-B11E-B639404B59F7}"/>
              </a:ext>
            </a:extLst>
          </p:cNvPr>
          <p:cNvSpPr/>
          <p:nvPr/>
        </p:nvSpPr>
        <p:spPr>
          <a:xfrm>
            <a:off x="6941477" y="4371591"/>
            <a:ext cx="381000" cy="228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F4D821-DB5E-ACDD-4D2A-D910480983A6}"/>
              </a:ext>
            </a:extLst>
          </p:cNvPr>
          <p:cNvSpPr/>
          <p:nvPr/>
        </p:nvSpPr>
        <p:spPr>
          <a:xfrm>
            <a:off x="6941477" y="4377774"/>
            <a:ext cx="381000" cy="222218"/>
          </a:xfrm>
          <a:prstGeom prst="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6500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3" grpId="0" animBg="1"/>
      <p:bldP spid="14" grpId="0" animBg="1"/>
      <p:bldP spid="15" grpId="0" animBg="1"/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B9578-289F-7361-6E7C-6F93AA70B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 solution – bubbles (stalling)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36127FF-0284-EEB4-CBBA-9F89ADA4BA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905" y="1552855"/>
            <a:ext cx="6867998" cy="235248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8E2A0-3D68-944C-2F37-6CA64E76A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46E4A-4437-AB75-1669-331861CFD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5C724A-47E6-F89F-984C-8DA468AFA23F}"/>
              </a:ext>
            </a:extLst>
          </p:cNvPr>
          <p:cNvSpPr txBox="1"/>
          <p:nvPr/>
        </p:nvSpPr>
        <p:spPr>
          <a:xfrm>
            <a:off x="17106" y="2277853"/>
            <a:ext cx="32594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Bubbles: affected pipeline stages do “nothing” for a  cycle.</a:t>
            </a:r>
          </a:p>
          <a:p>
            <a:r>
              <a:rPr lang="en-US" dirty="0">
                <a:solidFill>
                  <a:srgbClr val="FF0000"/>
                </a:solidFill>
              </a:rPr>
              <a:t>How many bubbles in RAW?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BF490F-9CAB-7E2C-F585-4AF69BD0B502}"/>
              </a:ext>
            </a:extLst>
          </p:cNvPr>
          <p:cNvSpPr txBox="1"/>
          <p:nvPr/>
        </p:nvSpPr>
        <p:spPr>
          <a:xfrm>
            <a:off x="172942" y="4149202"/>
            <a:ext cx="51610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Stalls reduce performance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How to mitigate stall performance degradation?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Compilers can arrange the instructions such that these conditions are avoided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dirty="0"/>
              <a:t>Compilers must know how the pipeline is implemented and how instructions interact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DEE025-B5C6-7CF5-62F1-FA3D6C1E9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4343400"/>
            <a:ext cx="1676400" cy="838200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115D45D-2805-75B4-6D1C-66FFE9B6D287}"/>
              </a:ext>
            </a:extLst>
          </p:cNvPr>
          <p:cNvGrpSpPr/>
          <p:nvPr/>
        </p:nvGrpSpPr>
        <p:grpSpPr>
          <a:xfrm>
            <a:off x="6035351" y="5292478"/>
            <a:ext cx="2446951" cy="1165048"/>
            <a:chOff x="6035351" y="5292478"/>
            <a:chExt cx="2446951" cy="1165048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83BBD28-DA05-943E-7586-EAB693AA8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399" y="5309312"/>
              <a:ext cx="1676399" cy="845127"/>
            </a:xfrm>
            <a:prstGeom prst="rect">
              <a:avLst/>
            </a:prstGeom>
          </p:spPr>
        </p:pic>
        <p:sp>
          <p:nvSpPr>
            <p:cNvPr id="13" name="Arrow: Bent-Up 12">
              <a:extLst>
                <a:ext uri="{FF2B5EF4-FFF2-40B4-BE49-F238E27FC236}">
                  <a16:creationId xmlns:a16="http://schemas.microsoft.com/office/drawing/2014/main" id="{458E9916-23A1-F95F-5BD2-1D4801C652BD}"/>
                </a:ext>
              </a:extLst>
            </p:cNvPr>
            <p:cNvSpPr/>
            <p:nvPr/>
          </p:nvSpPr>
          <p:spPr>
            <a:xfrm rot="5400000">
              <a:off x="5947552" y="5380277"/>
              <a:ext cx="649562" cy="473964"/>
            </a:xfrm>
            <a:prstGeom prst="bentUpArrow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96978B8-FBE7-7B59-F1E4-06A5987CA086}"/>
                </a:ext>
              </a:extLst>
            </p:cNvPr>
            <p:cNvSpPr txBox="1"/>
            <p:nvPr/>
          </p:nvSpPr>
          <p:spPr>
            <a:xfrm>
              <a:off x="6452894" y="6088194"/>
              <a:ext cx="202940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Reduced one stall</a:t>
              </a:r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409151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2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9DE93-9142-BE93-9409-508094E28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 solution – forwarding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485F3-EBD2-0953-1741-21C5C5240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371600"/>
            <a:ext cx="8972549" cy="19290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Forwarding:</a:t>
            </a:r>
          </a:p>
          <a:p>
            <a:pPr marL="514350" indent="-514350">
              <a:buAutoNum type="arabicPeriod"/>
            </a:pPr>
            <a:r>
              <a:rPr lang="en-US" dirty="0"/>
              <a:t>Data already available in cycle 3</a:t>
            </a:r>
          </a:p>
          <a:p>
            <a:pPr marL="514350" indent="-514350">
              <a:buAutoNum type="arabicPeriod"/>
            </a:pPr>
            <a:r>
              <a:rPr lang="en-US" dirty="0"/>
              <a:t>Grab it from pipeline stage, rather than waiting to update the register file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6B360-2714-46D5-2DCC-75FD416FA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1FBBF-2726-6975-CA40-5CC9BBB0E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CFB899-4B76-5D86-9380-69A5763015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0899"/>
          <a:stretch>
            <a:fillRect/>
          </a:stretch>
        </p:blipFill>
        <p:spPr>
          <a:xfrm>
            <a:off x="488953" y="3557324"/>
            <a:ext cx="1644648" cy="256496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202BC39-15D1-8BFA-0A13-92033EC77F3A}"/>
              </a:ext>
            </a:extLst>
          </p:cNvPr>
          <p:cNvSpPr txBox="1">
            <a:spLocks/>
          </p:cNvSpPr>
          <p:nvPr/>
        </p:nvSpPr>
        <p:spPr>
          <a:xfrm>
            <a:off x="5982867" y="3375630"/>
            <a:ext cx="2790344" cy="310137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</a:rPr>
              <a:t>Needs changes in </a:t>
            </a:r>
            <a:r>
              <a:rPr lang="en-US" b="1" dirty="0" err="1">
                <a:solidFill>
                  <a:srgbClr val="FFC000"/>
                </a:solidFill>
              </a:rPr>
              <a:t>datapath</a:t>
            </a:r>
            <a:r>
              <a:rPr lang="en-US" b="1" dirty="0">
                <a:solidFill>
                  <a:srgbClr val="FFC000"/>
                </a:solidFill>
              </a:rPr>
              <a:t> hardware as well as extra control signals!</a:t>
            </a:r>
          </a:p>
          <a:p>
            <a:pPr marL="0" indent="0">
              <a:buNone/>
            </a:pPr>
            <a:endParaRPr lang="en-US" b="1" dirty="0">
              <a:solidFill>
                <a:srgbClr val="FFC00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From where should you feed the result back to ALU?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7AEC8F-0C24-D9E1-2E58-3F20C67452B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2296" y="3386140"/>
            <a:ext cx="3962400" cy="282548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1242B5D-6199-B5A6-08AE-ED8E55F2401A}"/>
                  </a:ext>
                </a:extLst>
              </p14:cNvPr>
              <p14:cNvContentPartPr/>
              <p14:nvPr/>
            </p14:nvContentPartPr>
            <p14:xfrm>
              <a:off x="3138877" y="3592593"/>
              <a:ext cx="234360" cy="3175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1242B5D-6199-B5A6-08AE-ED8E55F2401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32757" y="3586473"/>
                <a:ext cx="246600" cy="32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3D79BAB-7018-34DD-1F9B-AE5F79664203}"/>
                  </a:ext>
                </a:extLst>
              </p14:cNvPr>
              <p14:cNvContentPartPr/>
              <p14:nvPr/>
            </p14:nvContentPartPr>
            <p14:xfrm>
              <a:off x="3279277" y="4161033"/>
              <a:ext cx="76320" cy="878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3D79BAB-7018-34DD-1F9B-AE5F7966420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73157" y="4154913"/>
                <a:ext cx="8856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C9655DB-312A-6EF7-F6A0-EA87FC4B334F}"/>
                  </a:ext>
                </a:extLst>
              </p14:cNvPr>
              <p14:cNvContentPartPr/>
              <p14:nvPr/>
            </p14:nvContentPartPr>
            <p14:xfrm>
              <a:off x="3723294" y="4709673"/>
              <a:ext cx="52200" cy="691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C9655DB-312A-6EF7-F6A0-EA87FC4B334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714654" y="4701033"/>
                <a:ext cx="69840" cy="8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0C23C053-0D2F-68D7-3AAD-F175BB7AEC62}"/>
              </a:ext>
            </a:extLst>
          </p:cNvPr>
          <p:cNvGrpSpPr/>
          <p:nvPr/>
        </p:nvGrpSpPr>
        <p:grpSpPr>
          <a:xfrm>
            <a:off x="3177894" y="3800673"/>
            <a:ext cx="614160" cy="835920"/>
            <a:chOff x="3177894" y="3800673"/>
            <a:chExt cx="614160" cy="83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A57305-ADBB-E76D-07C5-C5ECD91E937A}"/>
                    </a:ext>
                  </a:extLst>
                </p14:cNvPr>
                <p14:cNvContentPartPr/>
                <p14:nvPr/>
              </p14:nvContentPartPr>
              <p14:xfrm>
                <a:off x="3182214" y="3821553"/>
                <a:ext cx="111600" cy="324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A57305-ADBB-E76D-07C5-C5ECD91E937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73214" y="3812553"/>
                  <a:ext cx="1292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61FDCD7-FF9F-A769-581C-90A5F3CB38F2}"/>
                    </a:ext>
                  </a:extLst>
                </p14:cNvPr>
                <p14:cNvContentPartPr/>
                <p14:nvPr/>
              </p14:nvContentPartPr>
              <p14:xfrm>
                <a:off x="3237654" y="4006233"/>
                <a:ext cx="45720" cy="147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61FDCD7-FF9F-A769-581C-90A5F3CB38F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9014" y="3997593"/>
                  <a:ext cx="633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72DD8D0-2D4B-3297-AC20-9879A23CF37D}"/>
                    </a:ext>
                  </a:extLst>
                </p14:cNvPr>
                <p14:cNvContentPartPr/>
                <p14:nvPr/>
              </p14:nvContentPartPr>
              <p14:xfrm>
                <a:off x="3177894" y="3800673"/>
                <a:ext cx="603360" cy="820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72DD8D0-2D4B-3297-AC20-9879A23CF37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168894" y="3791673"/>
                  <a:ext cx="621000" cy="83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D3CD757-A5D9-60BC-9B40-CC3310F5BD49}"/>
                    </a:ext>
                  </a:extLst>
                </p14:cNvPr>
                <p14:cNvContentPartPr/>
                <p14:nvPr/>
              </p14:nvContentPartPr>
              <p14:xfrm>
                <a:off x="3724734" y="4532913"/>
                <a:ext cx="67320" cy="103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D3CD757-A5D9-60BC-9B40-CC3310F5BD4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16094" y="4523913"/>
                  <a:ext cx="84960" cy="121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8656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1025-E879-AF40-2767-F8956232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 solution – forwarding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DF9E3D3-7A51-7CA8-0349-E3F2A7E81D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-1922"/>
          <a:stretch>
            <a:fillRect/>
          </a:stretch>
        </p:blipFill>
        <p:spPr>
          <a:xfrm>
            <a:off x="875010" y="1524000"/>
            <a:ext cx="7393980" cy="48768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4E1D7-3CFC-102F-BBAC-BD8A566C9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6C9E2-76C6-1273-B5FC-72EEBCEC1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35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A11395B8-9AC4-2E17-6D1B-4286633A176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>
            <a:fillRect/>
          </a:stretch>
        </p:blipFill>
        <p:spPr bwMode="auto">
          <a:xfrm>
            <a:off x="139262" y="1910455"/>
            <a:ext cx="4679038" cy="1421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A7B986-5846-200C-0158-F8175DE15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hazards – forwarding does not always work!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097FE54-B195-15D9-61BF-8A82D5CFB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64740"/>
          <a:stretch>
            <a:fillRect/>
          </a:stretch>
        </p:blipFill>
        <p:spPr>
          <a:xfrm>
            <a:off x="139262" y="1901058"/>
            <a:ext cx="1649826" cy="14215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35710-55ED-87E9-B542-BF3EFE81D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855F0-8069-8AC7-6D5C-8613549B3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9A614-1F21-792D-092C-618E9A929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997545-774F-B322-3189-57299FC4645F}"/>
              </a:ext>
            </a:extLst>
          </p:cNvPr>
          <p:cNvSpPr txBox="1">
            <a:spLocks/>
          </p:cNvSpPr>
          <p:nvPr/>
        </p:nvSpPr>
        <p:spPr>
          <a:xfrm>
            <a:off x="4953000" y="1803546"/>
            <a:ext cx="4035254" cy="1976101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Hardware can stall the pipeline – hardware interlocks</a:t>
            </a:r>
          </a:p>
          <a:p>
            <a:r>
              <a:rPr lang="en-US" sz="2000" dirty="0"/>
              <a:t>Slot after ‘load’ is called a ‘load delay slot’</a:t>
            </a:r>
          </a:p>
          <a:p>
            <a:r>
              <a:rPr lang="en-US" sz="2000" dirty="0"/>
              <a:t>Re-ordering code, if possible, is always a good solution!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2F6CF1-D9B4-364C-015B-C46492A9B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3886200"/>
            <a:ext cx="6630326" cy="24077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AC05DF-0A8D-1E60-154B-DA359313514F}"/>
              </a:ext>
            </a:extLst>
          </p:cNvPr>
          <p:cNvSpPr txBox="1"/>
          <p:nvPr/>
        </p:nvSpPr>
        <p:spPr>
          <a:xfrm>
            <a:off x="86736" y="1439035"/>
            <a:ext cx="7838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Analyze this RAW hazard. Will you need a stall if you have forwarding?</a:t>
            </a:r>
          </a:p>
        </p:txBody>
      </p:sp>
    </p:spTree>
    <p:extLst>
      <p:ext uri="{BB962C8B-B14F-4D97-AF65-F5344CB8AC3E}">
        <p14:creationId xmlns:p14="http://schemas.microsoft.com/office/powerpoint/2010/main" val="2671844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FFE9D-BCA6-DD0B-8684-5C0BB5245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hazards – branch stalls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80BE-1051-AEC8-2AFF-0FCCE78B3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840559" cy="3963076"/>
          </a:xfrm>
        </p:spPr>
        <p:txBody>
          <a:bodyPr/>
          <a:lstStyle/>
          <a:p>
            <a:r>
              <a:rPr lang="en-US" dirty="0"/>
              <a:t>Fetching next instruction depends on branch outcome</a:t>
            </a:r>
          </a:p>
          <a:p>
            <a:r>
              <a:rPr lang="en-US" dirty="0"/>
              <a:t>Pipeline can’t always fetch correct instruction</a:t>
            </a:r>
          </a:p>
          <a:p>
            <a:r>
              <a:rPr lang="en-US" dirty="0"/>
              <a:t>Result isn’t known until end of execute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9F410-2088-105F-7AAA-BAD299780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41A9F-BC2B-FA38-B089-ED71A646C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1EE2C-7B2D-89FD-6E96-E90F02B1D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2475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FFE9D-BCA6-DD0B-8684-5C0BB5245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hazards – branch stalls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80BE-1051-AEC8-2AFF-0FCCE78B3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840559" cy="970514"/>
          </a:xfrm>
        </p:spPr>
        <p:txBody>
          <a:bodyPr/>
          <a:lstStyle/>
          <a:p>
            <a:r>
              <a:rPr lang="en-US" dirty="0"/>
              <a:t>If branch not taken, then instructions fetched sequentially after branch are correct</a:t>
            </a:r>
          </a:p>
          <a:p>
            <a:r>
              <a:rPr lang="en-US" dirty="0"/>
              <a:t>If branch or jump taken, then need to flush incorrect instructions from pipeline by converting to NOPs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9F410-2088-105F-7AAA-BAD299780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41A9F-BC2B-FA38-B089-ED71A646C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1EE2C-7B2D-89FD-6E96-E90F02B1D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6CBBC5-B016-142A-2AA3-63460A356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4876" y="3886200"/>
            <a:ext cx="6394549" cy="25935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3AB98E-AE89-0F6D-10AE-E78AED97536E}"/>
              </a:ext>
            </a:extLst>
          </p:cNvPr>
          <p:cNvSpPr txBox="1"/>
          <p:nvPr/>
        </p:nvSpPr>
        <p:spPr>
          <a:xfrm>
            <a:off x="208865" y="4499617"/>
            <a:ext cx="244601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Branch prediction</a:t>
            </a:r>
          </a:p>
          <a:p>
            <a:endParaRPr lang="en-US" dirty="0"/>
          </a:p>
          <a:p>
            <a:r>
              <a:rPr lang="en-US" dirty="0"/>
              <a:t>Branch history tables</a:t>
            </a:r>
          </a:p>
          <a:p>
            <a:endParaRPr lang="en-US" dirty="0"/>
          </a:p>
          <a:p>
            <a:r>
              <a:rPr lang="en-US" dirty="0"/>
              <a:t>Many more innovations…</a:t>
            </a:r>
          </a:p>
        </p:txBody>
      </p:sp>
    </p:spTree>
    <p:extLst>
      <p:ext uri="{BB962C8B-B14F-4D97-AF65-F5344CB8AC3E}">
        <p14:creationId xmlns:p14="http://schemas.microsoft.com/office/powerpoint/2010/main" val="131606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D89538-9E43-3C55-D9F8-0A60ACC84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40B51-E8A7-3290-CFC8-A80E5B0E2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14D1D-02B9-1551-DD0A-1D522240C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F9BD40-F573-44C9-115C-5F880AFCF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62" y="1178405"/>
            <a:ext cx="6766076" cy="4501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14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15131</TotalTime>
  <Words>1065</Words>
  <Application>Microsoft Office PowerPoint</Application>
  <PresentationFormat>On-screen Show (4:3)</PresentationFormat>
  <Paragraphs>249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Wingdings</vt:lpstr>
      <vt:lpstr>Office Theme</vt:lpstr>
      <vt:lpstr>Computer Architecture</vt:lpstr>
      <vt:lpstr>Microprogramming</vt:lpstr>
      <vt:lpstr>A computer inside the computer – making control itself a program</vt:lpstr>
      <vt:lpstr>Microprogramming – datapath</vt:lpstr>
      <vt:lpstr>Microprogramming – control</vt:lpstr>
      <vt:lpstr>Horizontal vs vertical microcode</vt:lpstr>
      <vt:lpstr>Is microcoding relevant today?</vt:lpstr>
      <vt:lpstr>Making things faster</vt:lpstr>
      <vt:lpstr>Pipelined multi-cycle processors</vt:lpstr>
      <vt:lpstr>Pipelined RISC-V processor</vt:lpstr>
      <vt:lpstr>What about control?</vt:lpstr>
      <vt:lpstr>Pipelined datapath and control</vt:lpstr>
      <vt:lpstr>Pipelining hazards</vt:lpstr>
      <vt:lpstr>Structural hazard</vt:lpstr>
      <vt:lpstr>Data hazards</vt:lpstr>
      <vt:lpstr>Data hazard solution – bubbles (stalling)</vt:lpstr>
      <vt:lpstr>Data hazard solution – forwarding</vt:lpstr>
      <vt:lpstr>Data hazard solution – forwarding</vt:lpstr>
      <vt:lpstr>Data hazards – forwarding does not always work!</vt:lpstr>
      <vt:lpstr>Control hazards – branch stalls</vt:lpstr>
      <vt:lpstr>Control hazards – branch stalls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737</cp:revision>
  <dcterms:created xsi:type="dcterms:W3CDTF">2010-01-15T20:22:21Z</dcterms:created>
  <dcterms:modified xsi:type="dcterms:W3CDTF">2026-02-25T09:19:12Z</dcterms:modified>
</cp:coreProperties>
</file>